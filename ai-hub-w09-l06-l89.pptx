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Satellite environmental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ESG reporting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Grid + renewable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Sustainability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SEBI BRSR mandates 130+ ESG indicators. Net-zero by 2070. Climate AI is not NGO work anymore — it's a ₹25,000 cr compliance + opportunity market.
Does your employer have an ESG officer? What tools do they use?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1,000 Indian companies must now report ESG. Most still do it manually.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Indian climate AI use-cases.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Satellite + ML for monitoring.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ESG reporting automation.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Grid + renewable optimisation.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Carbon-accounting system for SME.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Satellite environmental...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Free + powerful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ESG reporting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BRSR requires 130+ indicators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Grid + renewable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Discom-side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Satellite environmental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Sentinel-5P: methane + NO₂ daily.
Sentinel-2 + CNN: illegal deforestation &lt; 1 ha.
Time-series anomaly: oil spills.
Crop-residue burning: northern India post-harvest.
All via Google Earth Engine — free.
STACK
Sentinel + GEE
District-level daily.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Sentinel-5P: methane + NO₂ daily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Sentinel-2 + CNN: illegal deforestation &lt; 1 ha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Time-series anomaly: oil spills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Crop-residue burning: northern India post-harvest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ESG reporting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Daily ingest of reports + policies.
LLM classifies + extracts indicators.
Flag inconsistencies.
Generate draft sections.
Saves 400+ hours per company per cycle.
MARKET
1,000+ cos
All need automation.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ESG reporting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BRSR requires 130+ indicators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Grid + renewable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Solar + wind 6-hr forecasts.
Demand per feeder.
Battery dispatch.
Predictive maintenance for transmission.
Fast-growing Indian opportunity.
GROWTH
Discom AI
Net-zero demands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Solar + wind 6-hr forecasts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Demand per feeder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Battery dispatch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Predictive maintenance for transmission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BRSR covers: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 companies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Top-1,000 listed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Startups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Public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BRSR covers: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Top-1,000 listed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Mandatory from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Sentinel-5P tracks: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Crops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Methane + NO₂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water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Sentinel-5P tracks: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Methane + NO₂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Daily atmospheric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ESG automation saves: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hr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400+ hrs/cycle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hrs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ESG automation saves: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400+ hrs/cycle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Per company per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applications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Satellite environmental...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ESG reporting automation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Grid + renewable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Sustainability =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"India's net-zero promise is an AI market. Build for it."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Projects — industry pilot + pitch.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