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RAG vs 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5-stage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Chunking — the most under-engineered...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Evaluate retrieval like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40-line RAG — one 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5   /   LESSON 3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An Indian enterprise wants an assistant that answers questions from 200k internal docs. Fine-tuning costs ₹10+ lakh and goes stale. RAG ships in a week and stays fresh. The decision is not close.
How many internal docs does your last employer have? How much of that is indexed?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200,000 internal docs. One AI assistant. Zero retraining.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Why RAG beats fine-tuning for most enterprises.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The 5-stage RAG pipeline.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Design chunking given a corpus type.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Measure retrieval quality with precision@k + NDCG.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 a RAG in 40 lines of Python.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RAG vs 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Start with RAG. Fine-tune only after RAG has failed and you have an engineering diagnosis.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5-stage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Chunk → Embed → Index → Retrieve → Generate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Chunking — the most...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400 tokens + 15% overlap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Evaluate retrieval like...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precision@k, recall@k, NDCG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RAG vs fine-tuning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Start with RAG. Fine-tune only after RAG has failed and you have an engineering diagnosis.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RAG vs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Start with RAG. Fine-tune only after RAG has failed and you have an engineering diagnosis.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RAG vs 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Start with RAG. Fine-tune only after RAG has failed and you have an engineering diagnosis.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5-stage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1. Chunk — split docs into retrievable units.
2. Embed — convert chunks to vectors.
3. Index — store vectors in a vector DB.
4. Retrieve — embed the query; return top-k.
5. Generate — LLM answers using retrieved context.
PIPELINE
5 stages
Master one at a time; integrate at the 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1. Chunk — split docs into retrievable units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2. Embed — convert chunks to vectors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3. Index — store vectors in a vector DB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4. Retrieve — embed the query; return top-k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Chunking — the most under-engineered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Fixed-size: simple, narrative text.
Semantic: split on section / heading boundaries.
Overlap 10–20% prevents context loss at boundaries.
Parent-document: small child for retrieval; large parent for context.
DEFAULT
400 + 15%
Works for most Indian enterprise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Chunking — the most under-engineered...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400 tokens + 15% overlap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Evaluate retrieval like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precision@k: of the k returned, how many relevant?
recall@k: of all relevant, how many in k?
NDCG: discounted by rank position.
Hit-rate: at least one relevant in k — useful early.
BOOTSTRAP
50 hand-labelled pairs
&gt; 50 hours of vibes.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precision@k: of the k returned, how many relevant?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recall@k: of all relevant, how many in k?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NDCG: discounted by rank position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Hit-rate: at least one relevant in k — useful early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Index and query a 10-doc corpus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in your org would RAG win today?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chunking strategy fits your corpus?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How will you hand-label 50 pairs?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RAG stands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Rapid AI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Ranked Attention Generator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Recursive Agent Grid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RAG stands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Retrieval-Augmented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Default chunk size: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Answer: C.  ~400 tokens with 15% overlap covers most cases.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Default chunk size: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correct option matches the lesson's core principle.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Fine-tune vs RAG default: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Fine-tune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Always fine-tune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Neither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Fine-tune vs RAG default: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RAG first. Fine-tune only when RAG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Start with RAG. Fine-tune only after RAG has failed and you have an engineering diagnosis.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"Never mix them up."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RAG vs fine-tuning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5-stage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Chunking — the most...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Evaluate retrieval like...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RAG over your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Pick your markdown/PDF notes. Build a RAG and ask 10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Index with ChromaDB.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40-line Python pipeline.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Measure precision@3.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 results.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Repo URL + 10 (Q, A, retrieved-ids) examples.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"Never mix them up."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5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4 — Vector databases, the engine under RAG.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