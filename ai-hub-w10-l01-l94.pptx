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4-layer AI metric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Leading vs lagging — AI 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OKR structure (AI edit)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Vanity vs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Picking an eval — 3 questions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10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Measuring what actually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Indian AI teams still pitch accuracy on slide 3. Investors, CXOs and users have moved on. Modern AI metrics pair MODEL quality (precision/recall/hallucination rate) with PRODUCT outcomes (activation, retention, revenue per session). The PM owns the bridge between them.
Last OKR you owned — was the KR a leading or...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If your AI metric is "accuracy", you are measuring 2015.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Input / Output / Outcome / Impact metric stack.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Leading vs lagging metrics for AI.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Write 1 AI OKR with 3 KRs.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Spot vanity vs value metrics.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Pick the right eval for the PRD.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4-layer AI metric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Leading vs lagging — AI 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You cannot steer with the rear-view mirror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OKR structure (AI edit)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Objective + 3 KRs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Vanity vs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4-layer AI metric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4-layer AI metric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4-layer AI metric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Leading vs lagging — AI 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Leading: eval-set score, golden-set pass, shadow-traffic agreement.
Lagging: monthly retention, revenue per session.
PRD should name BOTH.
Never ship with only lagging metrics.
RULE
Both or neither
Leading drives, lagging confirms.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Leading: eval-set score, golden-set pass, shadow-traffic agreement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Lagging: monthly retention, revenue per session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PRD should name BOTH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Never ship with only lagging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OKR structure (AI edit)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Objective = qualitative outcome ("Make support self-serve").
KR1 = model metric ("Answer quality ≥ 4.2 / 5").
KR2 = product metric ("Deflection ≥ 40%").
KR3 = guardrail ("Hallucination ≤ 2%").
TEMPLATE
1 + 3
One objective, three KRs.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OKR structure (AI edit)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Objective + 3 KRs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Vanity vs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Write 1 AI OKR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Swap with partner, mark vanity vs value.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KR in your team is secretly vanity?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Do users feel your dashboard metric?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guardrail does your AI need before Q3?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Top layer of metric stack: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Top layer of metric stack: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Impact is the business-facing 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 leading metric for an AI assistant: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Monthly retention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Shadow-traffic agreement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 leading metric for an AI assistant: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Shadow-traffic agreement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Pre-launch, can be measured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Good OKR = 1 Objective +: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 KRs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10 KRs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Good OKR = 1 Objective +: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3 KRs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Classic "1 + 3"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"Good AI metrics travel: model → product → business."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4-layer AI metric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Leading vs lagging — AI edit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OKR structure (AI edit)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Vanity vs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Map your PRD to OKRs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Attach the OKR block to your Week-10 PRD.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Objective.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3 KRs across stack.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Identify guardrail KR.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OKR block appended to PRD.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"Good AI metrics travel: model → product → business."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10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AI Roadmaps.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10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