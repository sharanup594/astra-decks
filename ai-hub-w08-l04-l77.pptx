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+ 1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8-section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Live demo pairs every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About-me page —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8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90 seconds to first 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 Swiggy tech recruiter reviews 200+ AI-engineer applications weekly. Each portfolio gets 90 seconds. In that window they answer 3 questions: (1) Did they ship real? (2) Can they communicate? (3) Does it match our JD? All YES = interview. Else, next.
Would YOUR portfolio pass the 90-second test today?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200 applications a week. 90 seconds 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The 90-second recruiter skim.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 anchor projects + 1 thought-piece.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README that converts.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Pair repo with live demo.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Positioning about-me page.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+ 1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Depth over breadth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8-section README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Contrarian: LIMITATIONS section INCREASES interview rate. Recruiters find self-awareness refreshing.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Live demo pairs every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Free hosting in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About-me page — positioning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What you build · who for ·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3 + 1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Depth over breadth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+ 1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Anchor 1 — production-shaped AI system (W5-P1 RAG).
Anchor 2 — specialisation (W7 multimodal / edge / Indic).
Anchor 3 — full-stack product (W8 capstone).
Thought-piece — 800-word blog on one thing you learned deeply.
FOCUS
3 + 1
Beats 10 shallow projects.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 + 1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Depth over breadth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8-section 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Contrarian: LIMITATIONS section INCREASES interview rate. Recruiters find self-awareness refreshing.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Contrarian: LIMITATIONS section INCREASES interview rate. Recruiters find self-awareness refreshing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Live demo pairs every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Vercel / Render / HuggingFace Spaces.
Keep demo data obviously fake but realistic.
Instrument with basic analytics.
60-second Loom as fallback.
PAIR
Repo + demo
Code alone loses to demos.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Live demo pairs every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Free hosting in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About-me page —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Specialty (what you build).
Industry (who you build for).
Evidence (2 line-items with numbers).
What next.
Contact.
EXAMPLE
"Indic voice for rural fintech"
Positioning, not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Specialty (what you build)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Industry (who you build for)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Evidence (2 line-items with numbers)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What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3 questions recruiter asks: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Did they ship? Can they communicate? Does it match JD?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3 questions recruiter asks: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Did they ship? Can they communicate? Does it match JD?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These three drive interview yes/no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Anchor projects count: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Anchor projects count: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Depth &gt; breadth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LIMITATIONS section effect: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Decreases interviews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Increases interviews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effect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LIMITATIONS section effect: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Increases interviews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Shows maturity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Anchor 1 — production-shaped AI system (W5-P1 RAG).
Anchor 2 — specialisation (W7 multimodal / edge / Indic).
Anchor 3 — full-stack product (W8 capstone).
Thought-piece — 800-word blog on one thing you learned deeply.
FOCUS
3 + 1
Beats 10 shallow projects.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 + 1 structure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8-section README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Live demo pairs every repo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About-me page — positioning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90 seconds. Earn the interview.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"Depth signals seniority. Shallow signals noise."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6 — The Interview.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