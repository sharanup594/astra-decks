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3 core use-cases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RBI AI mandates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India Stack — your superpower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6 AI-first Indian fintechs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UPI fraud — design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9   /   LESSON 2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Fraud · Credit · Wealth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India processes 48% of global real-time payments. No other country has UPI + Aadhaar + DigiLocker + ONDC in one stack. Indian fintech AI engineers have a laboratory no one else has.
How many UPI transactions did YOU make this week?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12 billion UPI transactions last month. More than Visa worldwide.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3 core FinTech AI use-cases.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RBI AI lending guidelines.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India Stack leverage.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6 Indian AI-first fintechs.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UPI fraud-detection design.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3 core use-cases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RBI AI mandates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India Stack — your...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Why no other country has this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6 AI-first Indian fintechs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3 core use-cases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3 core use-cases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3 core use-cases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RBI AI mandates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 core idea you'll use throughout this lesson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India Stack — your superpower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Aadhaar — &lt; 2s identity verification.
UPI — payments + transaction graph.
Account Aggregator — consented bank data.
DigiLocker — verified docs for KYC.
ONDC — commerce layer with AI discovery.
UNIQUE
India Stack
Prototype fintech in a weekend.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India Stack — your superpower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Why no other country has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6 AI-first Indian fintechs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 core idea you'll use throughout this lesson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AI for micro-SME credit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India Stack layer is your biggest leverage?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Where would RBI scrutiny slow you?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fintech AI role excites you?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Monthly UPI txn count (Dec 2024):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1 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12 B+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100 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100 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Monthly UPI txn count (Dec 2024):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12 B+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Largest real-time payment system globally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Account Aggregator enables: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Nothing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Consent-driven FI data sharing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Only UPI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Only loans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Account Aggregator enables: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Consent-driven FI data sharing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Open-banking equivalent for India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RBI AI 2024 draft requires: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Nothing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Explainability + bias audit + right to appeal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Only speed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Hardware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RBI AI 2024 draft requires: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Explainability + bias audit + right to appeal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Mandatory for credit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A team applies the lesson's main idea to a real workflow — and the results show up within a quarter.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"India Stack is your advantage; no other country's engineers have it."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3 core use-cases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RBI AI mandates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India Stack — your...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6 AI-first Indian fintechs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Fraud-detection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For a new neo-bank.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Features + model.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Latency budget.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RBI compliance.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HITL plan.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2-page design doc.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"India Stack is your advantage; no other country's engineers have it."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3 — AgriTech.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