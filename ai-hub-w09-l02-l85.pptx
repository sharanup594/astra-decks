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flagship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Satellite CV — free + powerful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Smallholder UX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IoT + edge on-field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Precision Farming for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They cannot afford traditional precision agriculture. But a ₹6,000 phone + AI can deliver disease diagnosis, yield prediction, irrigation guidance. This is the highest-leverage AI work on the planet.
Does your family have farmland? What would your parents ask the AI?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800 million Indians depend on farms averaging 1.08 hectares.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AgriTech is India's next frontier.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flagship applications.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Satellite + CV for monitoring.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AI for smallholder farmers.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IoT + edge for on-field.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flagship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Satellite CV — free +...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District-level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Smallholder UX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For ₹6,000 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IoT + edge on-field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LoRaWAN + Jetson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flagship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flagship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flagship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Satellite CV — free +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Sentinel-2: 10 m res, 5-day revisit.
NDVI for crop health.
CNN segmentation for crop-type.
Time-series for anomaly detection.
Google Earth Engine — free.
STACK
Sentinel + GBM
Free. Available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Sentinel-2: 10 m res, 5-day revisit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NDVI for crop health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CNN segmentation for crop-type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Time-series for 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Smallholder UX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Feature-phone + voice first.
Bhashini regional-language.
Offline-first.
&lt; 2 GB RAM target.
Actionable outputs — "water tomorrow".
PRINCIPLE
Actions, not charts
Farmers don't want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Smallholder UX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For ₹6,000 phones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IoT + edge on-field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Soil-moisture + pH + temp sensors.
LoRaWAN: 5-15 km range, ultra-low power.
Edge gateway — Pi or Jetson Nano.
On-device ML decisions.
Cloud sync when connectivity returns.
FIELD
LoRaWAN + edge
Works where WiFi doesn't.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Soil-moisture + pH + temp sensors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LoRaWAN: 5-15 km range, ultra-low power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Edge gateway — Pi or Jetson Nano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On-device ML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Average farm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1.08 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20 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0.1 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Average farm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1.08 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Smallholder-dominant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Sentinel-2 resolution: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km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Sentinel-2 resolution: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10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10 m res, 5-day revisit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LoRaWAN advantage: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Long-range + low-power + no SIM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High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Urban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LoRaWAN advantage: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Long-range + low-power + no SIM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Ideal for farms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flagship applications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Satellite CV — free +...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Smallholder UX design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IoT + edge on-field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Where AI most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"800 million farmers. ₹6,000 phones. Your highest-leverage work."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4 — EdTech.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