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Three layers of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Guardrails — input +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Prompt injection — the 2026 attack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Observability in production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Analogy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5   /   LESSON 7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Safety · Accuracy · Observability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An Indian e-commerce support bot launched without evals or guardrails. Within two days, WhatsApp screenshots of it issuing ₹50,000 refunds on demand went viral. The company paid out ₹2.1 crore before pulling it offline. The fix was one output check.
Which LLM in your org today is one prompt injection away from a...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5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₹2.1 crore. 48 hours. One missing guardrail.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5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Distinguish offline / online / judge-based eval.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Golden set + eval harness.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Input + output guardrails.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Detect + prevent prompt injection.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Log + monitor LLM systems in production.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Three layers of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Guardrails — input +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Deterministic checks around the LLM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Prompt injection — the 2026...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Direct + indirect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Observability in production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Log, alert,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Three layers of evaluation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Three layers of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Three layers of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Guardrails — input +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Input: PII redaction, toxicity, off-topic, injection detection.
Output: factuality check, schema validation, safety classifier.
NOT part of the LLM — separate code.
Fail fast, fail loud.
BOUND
Around LLM
Regex, classifiers, business rules.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Input: PII redaction, toxicity, off-topic, injection detection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Output: factuality check, schema validation, safety classifier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NOT part of the LLM — separate code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Fail fast, fail loud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Prompt injection — the 2026 attack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Direct: hostile user input overrides system prompt.
Indirect: hostile content hidden in retrieved docs.
Defence 1: input sanitisation + intent classifier.
Defence 2: strict output schema + post-validation.
Defence 3: least-privilege tools (no destructive ops).
Defence 4: human-in-the-loop for sensitive actions.
CLASS
Defining attack
Of the 2026 AI-production landscape.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Prompt injection — the 2026 attack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Direct + indirect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Observability in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Log (prompt, completion, tokens, latency, cost) per call.
Monitor p95 latency + hallucination rate.
Alert on drift; accuracy decay triggers review.
Weekly sample review — real conversations.
HABITS
Log · Alert · Review
Weekly, not annually.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Log (prompt, completion, tokens, latency, cost) per call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Monitor p95 latency + hallucination rate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Alert on drift; accuracy decay triggers review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Weekly sample review — real conversations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Pause and reflect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5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Where will you apply this in your next project?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What was the single biggest 'aha' from this lesson?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habit will you start using this week?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Indirect prompt injection: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Through retrieved docs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Via UI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Via DNS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Indirect prompt injection: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Through retrieved docs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Attacker embeds instructions in a doc the agent reads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Best defence against injection (one of many):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Bigger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Least-privilege tools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Smaller prompts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More temperature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Best defence against injection (one of many):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Least-privilege tools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Least-privilege + schema + HITL + classifier, layered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Must log per LLM call: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Just result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Prompt + completion + tokens + latency + cost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Nothing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Must log per LLM call: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Prompt + completion + tokens + latency + 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Enough to debug, monitor drift, and compute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5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A team applies the lesson's main idea to a real workflow — and the results show up within a quarter.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The right tool, applied to the right problem, beats the loudest idea every time.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Three layers of evaluation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Guardrails — input + output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Prompt injection — the 2026...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Observability in production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Guardrails are cheaper than outages.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"Every production LLM system without evals + guardrails is a liability waiting to happen."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Projects Saturday — ship a RAG + an agent.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Document one decision you made because of this lesson.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Document one decision you made because of this lesson.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Knowing the right tool is half the battle. Doing the small thing today is the other half.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