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Anatomy of a clean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Argument types in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Pure vs. impure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Modules, packages, main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Refactor: script → package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   /   LESSON 4   /   60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Functions, Modules &amp; Clean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The leap from a script that runs to a codebase that lasts. Functions with type hints, the difference between pure and impure code, modules and packages, and the refactor that turns 800 lines of mess into something a new engineer can read in ten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CLEAN 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₹40 crore. The price tag of messy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BENGALURU FINTECH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₹40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Value created over 24 months by one rewrite.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DEFECT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-63%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After one 800-line script became 14 small functions.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3w → 4d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three weeks to four days for a new engineer.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Identical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product behaviour did not change. Only the code did.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functions with type hints and one-line docstrings.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Distinguish positional, keyword and default arguments correctly.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Identify pure vs. impure functions on sight.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Structure a project as modules and packages.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Refactor a script into a testable, modular package.</a:t>
            </a:r>
          </a:p>
        </p:txBody>
      </p:sp>
      <p:sp>
        <p:nvSpPr>
          <p:cNvPr id="22" name="Oval 21"/>
          <p:cNvSpPr/>
          <p:nvPr/>
        </p:nvSpPr>
        <p:spPr>
          <a:xfrm>
            <a:off x="608076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the main guard so scripts are safe to import.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Function anatomy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six signals that turn a function from 'works' into 'production-ready'.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Argument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Positional, keyword, default, *args, **kwargs — when each one is the right 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Pure vs. impure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Why purity is the cheat code for testable, parallel and predictable code.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Modules &amp; refactor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Folders, packages, the main guard — and the actual mechanics of pulling a script apart.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Anatomy of a clean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Six signals reviewers and interviewers look for — every one teachable in ten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SIX 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What a senior engineer looks for, in five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clean function shows all six. A junior function usually misses three.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644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93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Verb-first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calculate_score, send_email, validate_input. Never get_data — what data?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97180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324612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644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TYPE HINTS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493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Every arg, every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def f(x: int, name: str) -&gt; bool. Reads like documentation, runs like code.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97180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324612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2644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DOCSTRING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493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One line, plain English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"Return True if user is over 18 and verified." If you can't write it, the function is doing too much.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95604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NO MUTABLE DEFAULTS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1846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def f(items=None) — never []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Mutable defaults are evaluated once. They turn into the most surprising bug you'll ever debug.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66344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0" y="493776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95604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SHORT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1846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≤ 20 lines, one job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577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If you scroll inside one function, it is two functions wearing a trench-coat.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66344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21040" y="493776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95604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RETURN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1846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Return, don't print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577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Functions that print can't be tested, can't be reused, can't be parallelised. Return values.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ANATOMY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1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1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1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1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1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1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1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ARGUMENT 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Five argument styles — and when to reach for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Most functions need only the first two. The others are tools for specific jobs — use them sparingly, deliberately, and never to show 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1064240" cy="29260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C5E063"/>
                </a:solidFill>
                <a:latin typeface="Consolas"/>
              </a:rPr>
              <a:t>&gt;&gt;&gt;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DCEC9B"/>
                </a:solidFill>
                <a:latin typeface="Consolas"/>
              </a:rPr>
              <a:t># 1. positional      def add(a, b):           # required, in order
# 2. keyword         add(a=1, b=2)            # call-side clarity
# 3. default         def greet(name='friend'): ...   # optional, with fallback
# 4. *args           def total(*nums):        # any number of positionals
# 5. **kwargs        def opts(**flags):       # any number of keyword args
# Best practice — combine, in this order
def search(query: str,
           *,                       # everything after is keyword-only
           limit: int = 20,
           verbose: bool = False) -&gt; list:
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5E063"/>
                </a:solidFill>
                <a:latin typeface="Calibri"/>
              </a:rPr>
              <a:t>→  Force keyword-only arguments with `*` — it stops callers passing the wrong thing in the wrong slot.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ARGUMENTS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Pure vs. impure — the secret to testable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single distinction that decides whether a function is easy or impossible to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DIVIDE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Pure functions are the gold standard — and you've already written some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pure function: same input, same output, every time. No printing. No file reads. No global state. No surprises.
An impure function: anything that touches the outside world — logging, network, time, randomness, file IO. Useful, necessary, but expensive to test.
The senior move: keep computation pure, push impurity to the edges.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2194560"/>
          </a:xfrm>
          <a:prstGeom prst="rect">
            <a:avLst/>
          </a:prstGeom>
          <a:solidFill>
            <a:srgbClr val="224036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PURE — easy to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def square(x): return x*x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51760"/>
            <a:ext cx="3749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Same input → same output. No side effects. Run a million times in parallel — works fine.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794760"/>
            <a:ext cx="4297680" cy="2194560"/>
          </a:xfrm>
          <a:prstGeom prst="rect">
            <a:avLst/>
          </a:prstGeom>
          <a:solidFill>
            <a:srgbClr val="1A352B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06908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IMPURE — needs scaffolding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3484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def log_score(x): print(x); save(x)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029200"/>
            <a:ext cx="3749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Touches the console, the filesystem and the clock. Tests need mocks, fixtures, cleanup.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PURE/IMPURE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HOW  TO  SPOT 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quick checks to tell pure from impure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Apply these to any function in your code. If it fails one, that's where the test pain comes from.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EA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472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CHECK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7588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1A"/>
                </a:solidFill>
                <a:latin typeface="Georgia"/>
              </a:rPr>
              <a:t>Same input → same output?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Call it twice with identical args. If results differ, something hidden is leaking in. Not pure.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15468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3429000"/>
            <a:ext cx="457200" cy="457200"/>
          </a:xfrm>
          <a:prstGeom prst="ellipse">
            <a:avLst/>
          </a:prstGeom>
          <a:solidFill>
            <a:srgbClr val="EA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4472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CHECK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7588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1A"/>
                </a:solidFill>
                <a:latin typeface="Georgia"/>
              </a:rPr>
              <a:t>Any I/O at all?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69080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print(), open(), requests.get(), datetime.now() — every one of these makes the function impure.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15468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3429000"/>
            <a:ext cx="457200" cy="457200"/>
          </a:xfrm>
          <a:prstGeom prst="ellipse">
            <a:avLst/>
          </a:prstGeom>
          <a:solidFill>
            <a:srgbClr val="EA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4472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CHECK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67588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F1A"/>
                </a:solidFill>
                <a:latin typeface="Georgia"/>
              </a:rPr>
              <a:t>Touches outside state?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69080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Reads or writes a global, a class attribute, an env var — that's impurity by another name.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PURITY CHECK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Modules, packages and the main guard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folder structure every Python project deserves — once it grows past one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PROJECT 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Module = file. Package = folder with an __init__.py.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The minimum viable structure for any project that's about to grow. Get this right on day one and you save weeks later.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1064240" cy="29260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C5E063"/>
                </a:solidFill>
                <a:latin typeface="Consolas"/>
              </a:rPr>
              <a:t>&gt;&gt;&gt;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DCEC9B"/>
                </a:solidFill>
                <a:latin typeface="Consolas"/>
              </a:rPr>
              <a:t>scoring/                    ← package (folder with __init__.py)
├── __init__.py             ← marks this a package; can be empty
├── compute.py              ← pure functions only
├── io.py                   ← reading &amp; writing files
└── cli.py                  ← command-line entry point
tests/                      ← always sibling to source
├── test_compute.py
└── test_io.py
# Inside cli.py — the main guard
if __name__ == '__main__':
    main()       # only runs when executed directly, not on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5E063"/>
                </a:solidFill>
                <a:latin typeface="Calibri"/>
              </a:rPr>
              <a:t>→  The main guard is what makes a script safe to import. Without it, importing runs the whole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LAYOUT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HOW  TO  DO 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From 800-line script to modular package — five concrete moves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Done in this order, the refactor takes hours, not weeks. Skip a step and the codebase resists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081174" cy="50292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0811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400">
                <a:solidFill>
                  <a:srgbClr val="C5E063"/>
                </a:solidFill>
                <a:latin typeface="Calibri"/>
              </a:rPr>
              <a:t>STEP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03320"/>
            <a:ext cx="2081174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40480"/>
            <a:ext cx="17519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F1A"/>
                </a:solidFill>
                <a:latin typeface="Georgia"/>
              </a:rPr>
              <a:t>Identify pure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89120"/>
            <a:ext cx="175199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Pull every block that's just computation. Move it to scoring/compute.py with type hints and docstrings.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2654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Georgia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4406" y="3200400"/>
            <a:ext cx="2081174" cy="50292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4406" y="3200400"/>
            <a:ext cx="20811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400">
                <a:solidFill>
                  <a:srgbClr val="C5E063"/>
                </a:solidFill>
                <a:latin typeface="Calibri"/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4406" y="3703320"/>
            <a:ext cx="2081174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8998" y="3840480"/>
            <a:ext cx="17519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F1A"/>
                </a:solidFill>
                <a:latin typeface="Georgia"/>
              </a:rPr>
              <a:t>Move I/O to io.py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8998" y="4389120"/>
            <a:ext cx="175199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Every file read, every database call, every print — all go into a separate module. Keep compute clean.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8420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Georgia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0172" y="3200400"/>
            <a:ext cx="2081174" cy="50292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172" y="3200400"/>
            <a:ext cx="20811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400">
                <a:solidFill>
                  <a:srgbClr val="C5E063"/>
                </a:solidFill>
                <a:latin typeface="Calibri"/>
              </a:rPr>
              <a:t>STEP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172" y="3703320"/>
            <a:ext cx="2081174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4764" y="3840480"/>
            <a:ext cx="17519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F1A"/>
                </a:solidFill>
                <a:latin typeface="Georgia"/>
              </a:rPr>
              <a:t>Add a CLI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4764" y="4389120"/>
            <a:ext cx="175199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cli.py owns argparse, calls compute and io, and ends with a main guard. Nothing else.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4187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Georgia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5939" y="3200400"/>
            <a:ext cx="2081174" cy="50292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5939" y="3200400"/>
            <a:ext cx="20811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400">
                <a:solidFill>
                  <a:srgbClr val="C5E063"/>
                </a:solidFill>
                <a:latin typeface="Calibri"/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85939" y="3703320"/>
            <a:ext cx="2081174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0531" y="3840480"/>
            <a:ext cx="17519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F1A"/>
                </a:solidFill>
                <a:latin typeface="Georgia"/>
              </a:rPr>
              <a:t>Write four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0531" y="4389120"/>
            <a:ext cx="175199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At least one per pure function. Use pytest. They are your safety net for the next refactor.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9953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Georgia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1705" y="3200400"/>
            <a:ext cx="2081174" cy="50292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1705" y="3200400"/>
            <a:ext cx="208117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400">
                <a:solidFill>
                  <a:srgbClr val="C5E063"/>
                </a:solidFill>
                <a:latin typeface="Calibri"/>
              </a:rPr>
              <a:t>STEP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31705" y="3703320"/>
            <a:ext cx="2081174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6297" y="3840480"/>
            <a:ext cx="17519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F1A"/>
                </a:solidFill>
                <a:latin typeface="Georgia"/>
              </a:rPr>
              <a:t>Refactor to thin driver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6297" y="4389120"/>
            <a:ext cx="175199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The original script becomes a 5-line wrapper: parse args, call functions, print result. Done.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PROCESS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script-to-package refactor in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 worked example. Same behaviour, half the lines, one-tenth the cognitive 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One 220-line student-grading script becomes a 5-file package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teaching assistant inherits a 220-line Python script that reads a CSV of student records, computes grades using six rules, writes a report and emails the principal. There are zero functions. Bug-fixes take half a day each. Three teachers refuse to touch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Same behaviour, after the refactor: 5 files, ~120 lines of code, 8 pure functions, 12 tests. Fix-time drops from half a day to twenty minutes — and any of the three teachers can now do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Identify what is pure (the grading rules) and isolate it.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Move every IO call (CSV read, email send) to its own module.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Replace the 4 nested loops with two comprehensions and one map.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Add tests for every pure function — refactor with confidence.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Sort eight tiny functions into PURE / IMPURE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Decide whether each is pure or impure — and write the reason in one word.
1.  def square(x): return x*x
2.  def now(): return datetime.now()
3.  def add(a, b, log=True): if log: print(a,b); return a+b
4.  def hash_id(x): return hashlib.md5(x).hexdigest()
5.  def save_csv(data): df.to_csv('out.csv')
6.  def parse_age(s): return int(s.split('=')[1])
7.  def random_id(): return uuid.uuid4()
8.  def total(nums): return sum(nums)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60s solo — write your answers in your notebook.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60s with a partner — argue the borderline cases.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60s share-out — instructor calls on one team.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30s reveal — instructor reveals the canonical sort.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Which function signature is the cleanest, most production-ready?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calc(x, y, items=[])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get_data(*args, **kwargs)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calculate_score(records: list, *, weight: float = 1.0) -&gt; float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doStuff(records, weight)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Which function signature is the cleanest, most production-ready?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calculate_score(records: list, *, weight: float = 1.0) -&gt; float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Verb-first name, type hints on every argument and the return, a default that is immutable, and keyword-only protection on the optional argument. Reads as documentation. The other options break naming, hint, default-mutability or keyword-clarity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Which of these is purest?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read_users(): return open('users.csv').read()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now_iso(): return datetime.now().isoformat()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total(nums): return sum(nums)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 log_score(x): print(x); return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Which of these is purest?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def total(nums): return sum(nums)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Same inputs always produce the same output. No I/O, no globals, no clock. The other three each touch the outside world: filesystem, system clock, or stdout. Useful — but impure, and harder to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does every entry-point file end with `if __name__ == '__main__':`?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So the file's logic runs only when executed directly, not when imported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Without the guard, importing the module runs every top-level statement — which is a great way to email the principal twice by accident. The guard is the line that makes scripts importable, and importable scripts are testable scripts.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Pick one function in your last project. Could a new engineer name what it does in five seconds?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is the impurity in your code hiding? IO, time, randomness, globals — point to one and isolate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is the smallest refactor you could ship this week — one impure function moved, one mutable default removed?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Refactor a real script into a modular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Take a 100+ line script (yours, ours, or one from the internet) and refactor it into a package with at least four files: __init__.py, compute.py, io.py, cli.py — plus a tests/ folder with four passing pytest cases.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Original script + final package side by side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compute.py contains only pure functions, every one type-hinted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io.py contains every file/network/print call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cli.py uses argparse and ends with a main guard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tests/ with at least 4 pytest cases — all passing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A great submission could be cloned from GitHub by a stranger tomorrow, and they could navigate the code in ten minutes. That is the bar.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Functions are sentences. Verb-first names, type hints, one job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Mutable defaults are evaluated once — they are the bug you'll only see in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Pure functions are the gold standard. Push impurity to the edges of the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package is a folder with __init__.py. The main guard makes scripts importable.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script-to-package refactor is five moves, not a rewrite. Done in order, it takes hours.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Spot a clean function vs. a beginner one in five seconds.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argument style (positional, keyword, default) every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Tell pure from impure on sight — and isolate impurity.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Lay out a Python project in modules, packages and tests on day one.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Run the script-to-package refactor in five concrete steps.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5 — Setting Up Your Developer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