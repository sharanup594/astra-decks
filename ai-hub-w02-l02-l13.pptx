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Series and DataFrame — the two...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ways to construct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five-command inspection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Access cheat sheet — .loc vs .iloc vs...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SettingWithCopyWarning — a real bug...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2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pandas Essentials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df.head() · df.info() · df.describe() · df.value_counts() · df[df.col &gt; x]. Master them and 80% of pandas feels obvious.
Before we touch a row, what is the one thing you run on EVERY new DataFrame?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Every data analyst in India uses these five commands daily.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Construct a DataFrame from dict, list of dicts, and CSV.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Access rows and columns with .loc, .iloc, and masks.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Inspect a DataFrame with head, info, describe, value_counts.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Add, rename, drop columns without silent bugs.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Recognise SettingWithCopyWarning as a real bug vs noise.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Series and DataFrame — the...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DataFrame is a dict-of-Series that share an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ways to construct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Know when each is appropriate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five-command inspection...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Run before any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Access cheat sheet — .loc...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.loc uses labels. .iloc uses positions. Never mix.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Series and DataFrame — the...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 DataFrame is a dict-of-Series that share an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Series and DataFrame — the two primitives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Series = 1-D labelled array. Dict + array fused.
DataFrame = 2-D labelled table.
Index = row labels. Default: RangeIndex.
Tidy data: row = observation, column = variable.
MENTAL MODEL
Tidy grid
If rows aren't observations, fix the shape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Series and DataFrame — the two...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 DataFrame is a dict-of-Series that share an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ways to construct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pd.DataFrame({"a":[1,2],"b":[3,4]}) — dict of lists (teaching, fixtures).
pd.DataFrame([{"a":1}, {"a":3}]) — list of dicts (API responses).
pd.read_csv("data.csv") — production start.
All three produce the same shape; pick the most ergonomic for your source.
RULE
Match the source
Fighting your input format costs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pd.DataFrame({"a":[1,2],"b":[3,4]}) — dict of lists (teaching, fixtures)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pd.DataFrame([{"a":1}, {"a":3}]) — list of dicts (API responses)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pd.read_csv("data.csv") — production start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All three produce the same shape; pick the most ergonomic for your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five-command inspection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df.head(5) — first five rows.
df.info() — dtypes, non-null counts, memory.
df.describe() — numeric stats.
df["col"].value_counts() — categorical frequencies.
df.isna().sum() — missing counts per column.
RITUAL
5 commands
Skipping these is the #1 source of downstream bugs.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five-command inspection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Run before any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Access cheat sheet — .loc vs .iloc vs mask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.loc uses labels. .iloc uses positions. Never mix.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loc uses labels. .iloc uses positions. Never mix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Build, inspect, mutate — on a dataset of your 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the five inspection commands do you skip most often?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Have you ever shipped a SettingWithCopyWarning to production?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one pandas habit from today will you carry forward?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df["a"] vs df[["a"]] — differ by: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Shape: Series vs 1-col DataFrame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df["a"] vs df[["a"]] — differ by: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Shape: Series vs 1-col DataFrame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df["a"] returns a Series (1-D); df[["a"]] returns a 1-column DataFrame (2-D)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Access row by LABEL 3: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df[3]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df.iloc[3]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df.loc[3]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df.row(3)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Access row by LABEL 3: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df.loc[3]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loc is label-based; .iloc is position-based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SettingWithCopyWarning arises from: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Unicode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Chained indexing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Large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Missing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SettingWithCopyWarning arises from: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Chained indexing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Chained indexing (e.g. df[mask]["col"] = x) makes pandas unsure whether it's a view or a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Series = 1-D labelled array. Dict + array fused.
DataFrame = 2-D labelled table.
Index = row labels. Default: RangeIndex.
Tidy data: row = observation, column = variable.
MENTAL MODEL
Tidy grid
If rows aren't observations, fix the shape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"You already think in spreadsheets. Pandas is those same moves, made reproducible."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Series and DataFrame — the...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ways to construct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five-command inspection...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Access cheat sheet — .loc...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surprise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Load any CSV you own (Kaggle counts). Run the 5-command inspection block. Report ONE surprising finding.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a CSV with ≥ 10,000 rows.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Run the five inspection commands.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one sentence describing the most surprising thing you found.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screenshot + sentence on the cohort forum.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Screenshot + one-sentence finding.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"You already think in spreadsheets. Pandas is those same moves, made reproducible."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Data Cleaning. Missing values, duplicates, dtypes.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