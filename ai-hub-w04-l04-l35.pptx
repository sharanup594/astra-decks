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mental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Hooks — useState + useEffect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Loading · Error ·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Lift state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Wire to the W3 prediction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4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React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Every screen you use at Paytm, Zerodha, Cleartrip, Flipkart, and Uber is React. Today we cover the 20% of React that delivers 80% of daily work.
How many React apps did you use before lunch today?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Your AI is worthless until it has a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React's component + props + state mental model.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functional components with hooks.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Fetch + render API data with loading/error/success states.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Lift state up between sibling components.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Wire a dashboard to your Week-3 prediction API.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Four words: Component · Props · State · JSX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Hooks — useState + useEffect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two you use every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Loading · Error ·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three states EVERY data view renders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Lift state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When two siblings need the same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mental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Four words: Component · Props · State · JSX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Component — a function returning JSX.
Props — read-only arguments from parent.
State — values the component owns and changes.
JSX — HTML-like syntax inside JavaScript.
MEMORISE
C · P · S · JSX
Understand these four; everything else in React is syntactic.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Four words: Component · Props · State · JSX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Hooks — useState + useEffect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const [rows, setRows] = useState([]);
useEffect(() =&gt; fetch(url).then(r =&gt; r.json()).then(setRows), []);
Empty array = run once on mount.
Changing state re-renders the component.
PAIR
state · effect
90% of components need only these two hooks.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const [rows, setRows] = useState([]);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useEffect(() =&gt; fetch(url).then(r =&gt; r.json()).then(setRows), []);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Empty array = run once on mount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Changing state re-renders the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Loading · Error ·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Fetching — show a spinner or skeleton.
Failed — show a user-friendly error + retry.
Loaded — render the actual data.
Never show a blank screen while awaiting data.
CONTRACT
L · E · S
Ship all three branches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Loading · Error ·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three states EVERY data view renders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Lift state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Move the useState to their common parent.
Pass the value down as a prop.
Pass the setter down as a prop.
Children become controlled; parent is the source of truth.
MOVE
Up one level
Pattern repeats as apps grow. Master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Move the useState to their common parent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Pass the value down as a prop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Pass the setter down as a prop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Children become controlled; parent is the source of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Build a PriceCard 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Paste component code; class critiques naming + shape.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React concept scared you before this lecture?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have you seen "state lifted too high" (prop-drilling)?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is the first dashboard you will build next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Props are: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Mutable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Read-only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Encrypted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Props are: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Read-only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Props flow from parent → child and must not be mutated by the 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useEffect with []: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Every render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Once on mount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 unmount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useEffect with []: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Once on mount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Empty deps = run exactly once after first 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Three states every data view renders: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Pending/Active/Done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Loading/Error/Success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Red/Green/Blue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Past/Present/Future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Three states every data view renders: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Loading/Error/Success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Loading, Error, Success — always all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Component — a function returning JSX.
Props — read-only arguments from parent.
State — values the component owns and changes.
JSX — HTML-like syntax inside JavaScript.
MEMORISE
C · P · S · JSX
Understand these four; everything else in React is syntactic.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"Components own state. Props flow down. Events flow up. 80% of React."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mental model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Hooks — useState + useEffect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Loading · Error · Success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Lift state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deploy a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Build a React dashboard on your W3 prediction API. Deploy to Vercel.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Form + result card + history table.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Loading / error / success branches.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vercel deploy → public URL.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Submit URL on the forum.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Public Vercel URL.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"Components own state. Props flow down. Events flow up. 80% of React."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6 — Process Orchestration. Sequencing models and bots across a pipeline.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