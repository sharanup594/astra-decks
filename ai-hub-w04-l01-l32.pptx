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4-stage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MTCNN — detection + landmarks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FaceNet — 128 dimensions of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Cosine similarity — the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80-line real-time demo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4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Computer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DigiYatra at airport gates. Phone unlock. Office attendance systems. Face detection is the single most deployed CV task in India — and today, you build it.
Which airport gate did you last face-match at? What happened if it failed?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Aadhaar authenticates 1.3 billion faces.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The 4-stage CV pipeline — detect, align, embed, compare.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Run MTCNN for face detection + landmarks.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Generate FaceNet 128-dim embeddings.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Compare faces with cosine similarity.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face recogniser in 80 lines.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4-stage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Detection finds WHERE. Embedding turns it into a FINGERPRINT. Compare says same-or-different.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MTCNN — detection +...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Multi-task CNN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FaceNet — 128 dimensions of...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Embedding, not classification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Cosine similarity — the...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Typical thresholds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4-stage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Detection finds WHERE. Embedding turns it into a FINGERPRINT. Compare says same-or-different.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4-stage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Detection finds WHERE. Embedding turns it into a FINGERPRINT. Compare says same-or-different.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4-stage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Detection finds WHERE. Embedding turns it into a FINGERPRINT. Compare says same-or-different.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MTCNN — detection + landmarks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Three cascaded CNNs: P-Net, R-Net, O-Net.
Outputs bounding boxes + 5 landmarks (eyes, nose, mouth corners).
Landmarks enable alignment — huge accuracy boost.
facenet-pytorch wraps it in 3 lines.
OUTPUTS
Boxes + landmarks
Downstream stages depend on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Three cascaded CNNs: P-Net, R-Net, O-Net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Outputs bounding boxes + 5 landmarks (eyes, nose, mouth corners)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Landmarks enable alignment — huge accuracy boost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facenet-pytorch wraps it in 3 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FaceNet — 128 dimensions of 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160×160 face crop → 128-dim unit vector.
Trained with triplet loss.
Same person → close in cosine space.
Add a new person to database? Just embed them once.
TRICK
Embed, don't classify
No retraining for new people.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FaceNet — 128 dimensions of identity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Embedding, not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Cosine similarity — the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sim &gt; 0.7 → same person (tune to your data).
0.4 &lt; sim &lt; 0.7 → uncertain (ask human).
sim &lt; 0.4 → different person.
Always calibrate on your own gallery before deploy.
CALIBRATE
Tune per dataset
Thresholds drift with camera, lighting, 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sim &gt; 0.7 → same person (tune to your data)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0.4 &lt; sim &lt; 0.7 → uncertain (ask human)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sim &lt; 0.4 → different person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Always calibrate on your own gallery before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Calibrate your threshold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Calibrate your threshold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a 5% false-reject be unacceptable?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would a 5% false-accept be catastrophic?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privacy controls would you add before deploying this at a college gate?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Stage between detect and embed?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Align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Classify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Stage between detect and embed?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Align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Alignment using MTCNN landmarks standardises pose before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FaceNet outputs: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Label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Bounding box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128-dim vector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FaceNet outputs: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128-dim 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unit-norm 128-dim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no retraining for new people?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Model is frozen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It embeds, not classifies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Gallery is small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no retraining for new people?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It embeds, not classifies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Add a new person = add one embedding to the gallery. No weight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Detection finds WHERE. Embedding turns it into a FINGERPRINT. Compare says same-or-different.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"That is a decade of research compressed to a heuristic you can type in 80 lines."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4-stage pipeline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MTCNN — detection +...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FaceNet — 128 dimensions of...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Cosine similarity — the...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family recogniser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Build a family recogniser using 3 photos each of 3 family members.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Compute gallery embeddings offline.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Run webcam demo; label faces in real time.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Record a 30-second screen capture.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Upload to GitHub + post link.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GitHub URL + 30-second demo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"That is a decade of research compressed to a heuristic you can type in 80 lines."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4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3 — Transformers. The architecture behind every modern LLM.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4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