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pattern — AI + RPA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trigger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Calling the model from the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Human-in-the-loop — where it lives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30-line email triage bot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Connecting RPA Bots to AI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The dominant white-collar automation architecture of 2026. LLMs made classification + extraction commodity; RPA made clicking commodity. Stitching them is the play.
Which inbox in your life screams for triage automation?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AI decides. RPA acts. Humans watch.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AI-decides / RPA-acts pattern.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Design an intelligent trigger.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Call an AI model from UiPath / Power Automate / pyautogui.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Route uncertain outputs to human review.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30-line email triage bot.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pattern — AI +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One decision, one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Three trigger archetypes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Every enterprise automation opportunity maps to one of these three.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Calling the model from the...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Universal bridge — HTTP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Human-in-the-loop — where...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Between AI decision and RPA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pattern — AI + RPA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decision, one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pattern — AI + RPA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AI: classify, extract, score.
RPA: click, type, paste, post.
Bridge: HTTP call from the bot to the model.
Human-in-the-loop for low confidence.
PATTERN
AI → RPA
Dominant enterprise automation architecture of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pattern — AI + RPA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decision, one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Three trigger archetypes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enterprise automation opportunity maps to one of these three.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enterprise automation opportunity maps to one of these three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Calling the model from the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UiPath: HTTP Request activity → OpenAI / your FastAPI.
Power Automate: AI Builder / Azure OpenAI connectors.
Python (pyautogui, playwright): anthropic / openai SDK inline.
Always set timeout + retry — outages are normal.
ALWAYS
Timeout + retry
Model outages are transient — retry, never crash.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Calling the model from the 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Universal bridge — 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Human-in-the-loop — where it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confidence &lt; threshold → queue for human.
Critical actions (refunds &gt; ₹10k) → always human.
Log raw model input + output for audit.
Human corrections feed back into few-shot examples.
PLACE
Before RPA commits
Catch errors BEFORE the bot changes the system of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confidence &lt; threshold → queue for human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Critical actions (refunds &gt; ₹10k) → always human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Log raw model input + output for audit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Human corrections feed back into few-shot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Design a support-ticket triage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Design: AI classifies, bot routes, human gates the sensitive 15%.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design wins the podium.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your workflows fits the AI → RPA pattern today?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confidence threshold would you choose — and 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the auditor demand logs?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Pattern in one line: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AI +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AI decides, RPA 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RPA decides, AI acts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Pattern in one line: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AI decides, RPA 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AI outputs a decision; RPA performs the physical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Universal bridge between RPA and a model: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HTTP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File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Universal bridge between RPA and a model: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HTTP request → model endpoint. Every RPA tool supports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Human review belongs: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At the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Between AI and RPA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At the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Human review belongs: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Between AI and RPA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Catch mistakes BEFORE the bot commits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AI: classify, extract, score.
RPA: click, type, paste, post.
Bridge: HTTP call from the bot to the model.
Human-in-the-loop for low confidence.
PATTERN
AI → RPA
Dominant enterprise automation architecture of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"That is the white-collar automation architecture of 2026."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pattern — AI + RPA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Three trigger archetypes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Calling the model from the...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Human-in-the-loop — where...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email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Build the 30-line bot on your own Gmail inbox.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Poll UNSEEN messages.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 classify by subject.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Auto-file into one of 3 folders.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Log every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Screen recording + repo URL.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"That is the white-collar automation architecture of 2026."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Projects — Saturday. Ship three artefacts.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