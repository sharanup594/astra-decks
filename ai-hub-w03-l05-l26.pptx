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SQL vs NoSQL — the one decision that...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Normalisation — the three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Indexes — where performance lives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MongoDB — embed vs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Connect Node.js → Postgres + Mongo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3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Database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Choosing SQL when you needed NoSQL — or vice versa — is the startup bug that takes 6 months to unravel. Today: a decision framework you will use for your whole career.
Which of your apps store everything in one MongoDB collection "just to ship fast"? We talk about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The right schema is the one you do not regret at 100×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Choose SQL or NoSQL given a data shape and access pattern.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Design a 3-table schema in third normal form.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JOINs, aggregates, and indexes for AI workloads.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Model document schemas in MongoDB — embed vs reference.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Connect a Node.js API to both Postgres and Mongo.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SQL vs NoSQL — the one...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SQL first. Move to NoSQL only with a specific, justified reason.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Normalisation — the three...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Rules of thumb, not commandments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Indexes — where performance...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80/20 of all query-speed issues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MongoDB — embed vs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Wrong choice now = a schema migration at 100k users.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SQL vs NoSQL — the one...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SQL first. Move to NoSQL only with a specific, justified reason.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SQL vs NoSQL — the one decision that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SQL first. Move to NoSQL only with a specific, justified reason.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SQL vs NoSQL — the one decision that...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SQL first. Move to NoSQL only with a specific, justified reason.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Normalisation — the three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1NF: atomic columns — no arrays in a cell.
2NF: no partial dependencies on a composite PK.
3NF: no transitive dependencies (A → B → C).
Pragmatic: normalise to 3NF; denormalise only for measured wins.
GUIDE
3NF then stop
Premature denormalisation is the #1 startup schema bug.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1NF: atomic columns — no arrays in a cell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2NF: no partial dependencies on a composite PK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3NF: no transitive dependencies (A → B → C)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Pragmatic: normalise to 3NF; denormalise only for measured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Indexes — where performance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B-tree index on PK is automatic.
Index every FK you filter by.
Composite index for multi-column WHERE — order matters.
Every index slows writes; audit quarterly.
SKILL
EXPLAIN
Learn EXPLAIN before you learn any other tuning knob.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Indexes — where performance lives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80/20 of all query-speed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MongoDB — embed vs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Wrong choice now = a schema migration at 100k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Wrong choice now = a schema migration at 100k users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Design a proptech in 5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Decide each: SQL or NoSQL. List the FK indexes.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Defend the split. Room critiques.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Name one project where you chose NoSQL too early.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index would you add to your current DB before Sunday?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Embed or reference — which is your default, and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Default schema choice for most AI startups: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DynamoDB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Default schema choice for most AI startups: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SQL first. Most data shapes are known; joins are valuable; transactions matter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table has customer_name in an Order row. Fix?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Move to Customer; FK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Delete column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Index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 table has customer_name in an Order row. Fix?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Move to Customer; FK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3NF violation — move to Customer; join on customer_id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EXPLAIN reveals a sequential scan on a 10M-row table. Fix?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Rewrite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Add an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Shard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Upgrade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EXPLAIN reveals a sequential scan on a 10M-row table. Fix?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Add an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Most slow scans are fixed by a well-chosen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SQL first. Move to NoSQL only with a specific, justified reason.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right schema is the one you do not regret at 100× scale."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SQL vs NoSQL — the one...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Normalisation — the three...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Indexes — where performance...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MongoDB — embed vs 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proptech ER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Design a 4-table schema for the real-estate platform used in P1.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Tables: users, listings, viewings, reviews.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Identify FKs + FK indexes.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Draw an ER diagram (any tool — excalidraw, dbdiagram.io).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the CREATE TABLE script for Postgres.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ER diagram PNG + CREATE TABLE .sql file on GitHub.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right schema is the one you do not regret at 100× scale."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Intelligent Document Processing. OCR meets NLP.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