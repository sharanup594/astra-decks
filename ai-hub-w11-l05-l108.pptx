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Post anatomy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 hook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Scanner-friendly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Distribution — 4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Honest citation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11   /   LESSON 6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1,500 words · 4 channels · 10× career lever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Indian AI engineers are dramatically under-represented in technical writing. One great post compounds for years. One interview disappears in a week. Writing is the 10× career lever Indian engineers under-use.
Name one Indian AI blog post you've saved this year.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Karpathy built more of AI through blogs than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 1,500-word technical post.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4 hook types that earn clicks.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Scanner-friendly formatting.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Honest citation + credit.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4 distribution channels.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Post anatomy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Same shape every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4 hook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Scanner-friendly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Design for skimmers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Distribution — 4 channels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Post anatomy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Same shape every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Post anatomy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Hook (2 sentences).
Problem framing.
Core insight / diagram.
Code / experiment.
Takeaways (scannable bullets).
What to read next (generous).
SHAPE
6 sections
Copy + adapt.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Post anatomy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Same shape every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4 hook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Scanner-friendly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Paragraphs ≤ 3 lines.
H2 every 400 words.
Bullets over prose for lists.
Diagrams + captions.
TL;DR at the top.
FORMAT
Skim-first
Most readers scroll.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Scanner-friendly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Design for skimmers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Distribution — 4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Outline a 1,500-word post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hook type fits your voice?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stops you from publishing?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Who is your ideal first reader?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Target length: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100,000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Target length: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10,000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Long enough to argue; short enough to finish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H2 every: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50 words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400 words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5,000 words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H2 every: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400 words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Reader orientation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Good hook: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Definition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Contrarian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Bibliography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Footer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Good hook: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Contrarian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Earns the click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Hook (2 sentences).
Problem framing.
Core insight / diagram.
Code / experiment.
Takeaways (scannable bullets).
What to read next (generous).
SHAPE
6 sections
Copy + adapt.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"Publish imperfectly; edit in public."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Post anatomy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4 hook types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Scanner-friendly structure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Distribution — 4 channels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Draft + publish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Draft your Week-11 post.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Pick one of 4 hooks.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Fill the 6-section anatomy.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Publish + share.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Post URL on LMS.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"Publish imperfectly; edit in public."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7 — Future of AI.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