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perceptron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XOR limit — why layers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Activations — pick with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Forward pass — by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3-layer MLP in 15 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Neural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GPT-4 has 1.7 trillion parameters. AlphaGo beat Lee Sedol in 2016. ResNet-50 classifies 1,000 categories. All three are made of ONE thing — the perceptron. Today we build it.
How many perceptrons do you think are in a model that can beat the world go champion? Hold that guess — we reveal it at minute 40.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One lesson. One atom. Every modern AI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Describe a perceptron: weights, bias, activation.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why a single perceptron cannot solve XOR.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Forward-pass a small network by hand.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appropriate activations for hidden and output layers.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3-layer MLP in PyTorch in under 20 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perceptron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Weighted sum + bias + activation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XOR limit — why layers...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Minsky &amp; Papert 1969 — a 17-year winter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Activations — pick with...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ReLU inside; Sigmoid or Softmax at the output. Most networks, most days.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Forward pass — by hand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Two inputs, two hidden, one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perceptron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Weighted sum + bias +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perceptron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Weights — how much each input matters. LEARNED.
Bias — a constant offset. LEARNED.
Activation — introduces non-linearity. CHOSEN.
Output = activation( Σ wᵢxᵢ + b ).
ATOM
1 perceptron
GPT-4 is 1.7 trillion of these. Learn one; understand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perceptron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Weighted sum + bias + activation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XOR limit — why layers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single perceptron draws one straight line.
XOR requires two lines to separate.
The fix: stack perceptrons with non-linear activations.
Depth unlocks expressiveness.
LESSON
Depth &gt; width
The 1969 AI winter came from misreading a limit of single neurons as a limit of neural networks.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single perceptron draws one straight line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XOR requires two lines to separate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fix: stack perceptrons with non-linear activations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Depth unlocks expressiveness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Activations — pick with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ReLU inside; Sigmoid or Softmax at the output. Most networks, most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Activations — pick with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ReLU inside; Sigmoid or Softmax at the output. Most networks, most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Forward pass —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hidden = ReLU( W₁ · x + b₁ )
output = Sigmoid( W₂ · hidden + b₂ )
loss   = BinaryCrossEntropy( ŷ, y )
Code just mechanises what you already did on paper.
DO IT
On paper first
Tiny numeric example before the PyTorch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hidden = ReLU( W₁ · x + b₁ 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output = Sigmoid( W₂ · hidden + b₂ 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loss   = BinaryCrossEntropy( ŷ, y 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Code just mechanises what you already did 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Predict the intermediate shapes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Predict the intermediate shapes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activation surprised you most?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Why is "depth &gt; width" a rule of thumb and not a rule?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will you type first if I say "build me an MLP"?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What does a perceptron compute?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Average of 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Weighted sum + bias + activation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Dot product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What does a perceptron compute?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Weighted sum + bias + activation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Weighted sum → bias → activation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can't a single perceptron solve XOR?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Too few weights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 linearly separable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Wrong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can't a single perceptron solve XOR?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Not linearly separable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XOR requires two lines; a single hyperplane cannot split the four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activation for hidden layers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Sigmoid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Tanh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ReLU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Softmax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activation for hidden layers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ReLU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ReLU (and variants) dominate modern hidden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Weights — how much each input matters. LEARNED.
Bias — a constant offset. LEARNED.
Activation — introduces non-linearity. CHOSEN.
Output = activation( Σ wᵢxᵢ + b ).
ATOM
1 perceptron
GPT-4 is 1.7 trillion of these. Learn one; understand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"Stack perceptrons, add non-linearities, train with data. That is deep learning in one sentence."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perceptron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XOR limit — why layers...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Activations — pick with...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Forward pass — by 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beat the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Train your PyTorch MLP on the breast-cancer dataset from Lesson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Build the 3-layer MLP from the template.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 for 50 epochs with Adam(lr=1e-3).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Compare test accuracy to the LogisticRegression baseline.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both numbers + one observation on the cohort forum.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URL with training curve +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"Stack perceptrons, add non-linearities, train with data. That is deep learning in one sentence."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Backpropagation. How those weights actually learn.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