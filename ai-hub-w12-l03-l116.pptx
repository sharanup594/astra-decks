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L4</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Booking 10 in 48 h</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Question quality</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3 Yes-signals VCs look for</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4 failure modes</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Synthesis one-pager</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12   /   LESSON 4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10 interviews in 48 h · 3 Yes-signals</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Interviews are the cheapest unfakeable evidence. They also surface the specific quotes that will later anchor your pitch deck. Skip discovery and the deck writes itself into the rejection pile.
When did you last talk to a stranger about your idea?</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4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Every Indian AI founder who closed a seed in 2024-25 had done ≥ 30 customer interviews...</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Book 10 discovery calls in 48 h.</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3 Yes-signals VCs look for.</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Spot 4 interview failure modes.</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Behavioural vs aspirational questions.</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A discovery-synthesis one-pager.</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Booking 10 in 48 h</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Playbook</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Question quality</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3 Yes-signals VCs look for</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Quote + commit + consistency</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4 failure modes</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Booking 10 in 48 h</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Playbook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Booking 10 in 48 h</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3 personal network + 7 cold.
LinkedIn DM; subject "30-min learning call — not selling".
Calendly / SavvyCal link.
One 48-hour follow-up.
Compensation ₹500-2,000 where appropriate.
PLAN
3 + 7
Friends for warm; strangers for truth.</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Booking 10 in 48 h</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Playbook</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Question quality</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3 Yes-signals VCs look for</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Quoted direct user pain.
Revenue commitment or waitlist with spend.
Consistent pain across 3+ segments.
SIGNAL
3 yeses
All three = strong round.</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3 Yes-signals VCs look for</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Quote + commit + consistency</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4 failure modes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Book 3 calls in class</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segment scares you most to interview?</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failure mode do you slip into?</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 compensation feels fair + ethical?</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Good Q:</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Would you pay</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Walk me through last X</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Is it cool</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Would you use AI</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Good Q:</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Walk me through last X</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Behavioural</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Yes-signal:</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Direct quote</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Silence</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Many Twitter followers</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Emoji</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Yes-signal:</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A</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Direct quote</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Quotes beat adjectives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Sample bias fix:</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More friends</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Cold outreach</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 research</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Random</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Sample bias fix:</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Cold outreach</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Strangers bring truth</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3 personal network + 7 cold.
LinkedIn DM; subject "30-min learning call — not selling".
Calendly / SavvyCal link.
One 48-hour follow-up.
Compensation ₹500-2,000 where appropriate.
PLAN
3 + 7
Friends for warm; strangers for truth.</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"Learn from the market; build for the market."</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Booking 10 in 48 h</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Question quality</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3 Yes-signals VCs look for</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4 failure modes</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Book + interview</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Book 10 calls this week.</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Write 10 names.</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Send DMs by Tue.</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Complete 5 interviews before Sat hackathon.</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Document one decision you made because of this lesson.</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Notes + one-pager on LMS.</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"Learn from the market; build for the market."</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12</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5 — Legal + IP + DPDP.</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