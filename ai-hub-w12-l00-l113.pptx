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AI-startup archetypes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5-question validation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unfair 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One-liner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Red flags VCs hear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12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Wrappers vs companies · 3 archetypes · moat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 GPT wrapper is a feature. A GPT wrapper on proprietary distribution, data or workflow is a company. This lesson teaches the difference and how to articulate it in one sentence.
Can you name your moat in one line?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Indian VCs rejected 80% of 2024-25 AI pitches for "no moat beyond API access".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 AI-startup archetypes + 5 unfair advantages.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wrapper ≠ company.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Run the 5-question validation gate.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Spot a real moat in one line.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Your one-line startup pitch.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AI-startup archetypes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5-question validation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Pass = idea is a startup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 unfair advantages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One-liner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Stranger-repeatable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3 AI-startup archetypes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AI-startup archetypes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 AI-startup archetypes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5-question validation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Who hurts? (segment + size)
How often? (frequency)
What's the current hack? (baseline)
Why AI + why now? (tech unlock)
What compounds? (moat)
GATE
5 Qs
Any "no" = pre-startup.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Who hurts? (segment + size)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How often? (frequency)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What's the current hack? (baseline)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Why AI + why now? (tech unlock)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 unfair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5 unfair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One-liner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We help [SEGMENT]
do [JOB]
via [AI APPROACH],
differentiated by [MOAT].
If a stranger can't repeat it, rewrite it.
LINE
4 slots
Moat is non-optional.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We help [SEGMENT]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 [JOB]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via [AI APPROACH],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differentiated by [MOAT]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Run the 5-question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unfair advantage is really yours?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red flag tempts you most?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Who could repeat your one-liner after hearing it once?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Wrapper failure reason: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Expensive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moat beyond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Too many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GPUs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Wrapper failure reason: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No moat beyond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Moat is the blocker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Archetype count: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Archetype count: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Vertical / infra / Indic-first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Gate question #5: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Who hurts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Current hack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What compounds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Gate question #5: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What compounds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Compounding =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"Companies compound; features don't."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 AI-startup archetypes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5-question validation gate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 unfair advantages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One-liner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Pitch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Write the one-liner for your capstone.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Apply gate.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Draft line.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Test on 3 strangers.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Line + gate answers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"Companies compound; features don't."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2 — Funding landscape.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