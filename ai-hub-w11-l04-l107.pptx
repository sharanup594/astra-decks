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 description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Review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Fork + branch + rebase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Tests as first-class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Rejection hygiene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11   /   LESSON 5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PR craft · review cycle · rejection hygiene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 good first PR is boring by design — small, scoped, well-described, with tests and a clear issue link. Boring PRs get merged; brilliant PRs wait.
When was the last PR you opened that got a review in &lt; 24 hours?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Maintainers read PRs in 30 seconds. Your PR lives or dies there.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Write a maintainer-friendly PR.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Read a review and respond well.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Fork + branch + rebase rules.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Tests alongside code.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Recognise when to close a PR.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PR description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Maintainers skim exactly this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Review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Fork + branch + rebase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4 rules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Tests as first-class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Earn the 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PR description template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Maintainers skim exactly this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PR description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Why — 2 sentences on the problem.
What — bullet list of changes.
How — any design notes.
Tests — what you added + ran.
Issue link.
Screenshots / before-after for UI or plots.
TEMPLATE
6 fields
Copy + adapt.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PR description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Maintainers skim exactly this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Review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Fork + branch + rebase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Fork to your GitHub account.
Branch: issue-123-short-name.
Keep main in sync with upstream.
Rebase — don't merge from upstream.
HYGIENE
4 rules
Clean history wins.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Fork + branch + rebase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4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Tests as first-class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Write the failing test BEFORE the fix.
Unit + integration where sensible.
Name tests by behaviour, not function.
Keep test runtime sane.
TESTS
Before fix
Proof of bug, proof of fix.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the failing test BEFORE the fix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Unit + integration where sensible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Name tests by behaviour, not function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Keep test runtime sane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Write a PR 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Peer-review with partner.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What's one PR you'd rewrite now?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maintainer norm surprised you?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would make your next PR un-rejectable?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First field of PR description: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Emoji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Author bio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First field of PR description: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Problem framing comes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Response time target: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&lt; 24 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Response time target: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&lt; 24 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Speed signals seriousness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Upstream sync via: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Copy-paste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Ignore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Upstream sync via: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Rebase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Rebase = clean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Why — 2 sentences on the problem.
What — bullet list of changes.
How — any design notes.
Tests — what you added + ran.
Issue link.
Screenshots / before-after for UI or plots.
TEMPLATE
6 fields
Copy + adapt.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"Boring gets merged. Brilliant waits."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PR description template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Review cycle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Fork + branch + rebase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Tests as first-class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Open your first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Open one PR this week.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Pick repo + issue.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Fork + branch + write tests.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Open PR with 6-field description.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PR URL on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"Boring gets merged. Brilliant waits."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6 — Blogging + research notes.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