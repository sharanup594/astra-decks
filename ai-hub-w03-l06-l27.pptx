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IDP,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OCR options — pick by volume + accuracy...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Extraction — text →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Validation + HITL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40-line reference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3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Intelligent Document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 Tier-1 Indian bank went from ₹162 per supplier-invoice touch to ₹18. No new hires. Just a working IDP pipeline. Today we build our version.
How many invoices does your father's shop process monthly? How many hours does it take? That is the opportunity.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₹247 crore saved — by one invoice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Describe the IDP pipeline end-to-end.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OCR a scanned PDF using Tesseract or Textract.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Extract structured fields via LLM prompting or spaCy NER.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Validate with business rules + confidence thresholds.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Route uncertain extractions to human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Why IDP,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stack has collapsed in 24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OCR options — pick by...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Tesseract for pilots. Cloud for production. LLMs when reasoning is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Extraction — text →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Classical NER vs structured LLM prompting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Validation + HITL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non-negotiable last mile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Why IDP,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stack has collapsed in 24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Why IDP,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Cloud OCR: 95%+ accuracy, ₹1–3 per page.
LLMs: field extraction in 40 lines of Python.
Every India bank / hospital / logistics player now invests.
The last-mile is ALWAYS human-in-the-loop.
STACK
OCR → LLM → Validate → HITL
Skip any one and you have a prototype, not a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Why IDP,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stack has collapsed in 24 months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OCR options — pick by volume + accuracy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Tesseract for pilots. Cloud for production. LLMs when reasoning is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Tesseract for pilots. Cloud for production. LLMs when reasoning is needed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Extraction — text →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Classical (spaCy) — fast, deterministic, cheap.
LLM prompt — handles messy inputs, pay per call.
Prompt: "Extract as JSON: {invoice, supplier, total, line_items: [{sku, qty, price}]}".
json.loads the response; validate schema.
RULE
Classical if possible
LLM when inputs are too varied for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Extraction — text →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Classical NER vs structured LLM prompting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Validation + HITL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Schema: did every required field come back?
Business rule: total == Σ(qty × price)?
Confidence: LLM meta-score OR OCR word-level.
Below threshold → human-review queue.
Humans correct; corrections feed back into few-shot.
QUEUE
Human in the loop
Every production IDP has this queue. Plan for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Schema: did every required field come back?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Business rule: total == Σ(qty × price)?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Confidence: LLM meta-score OR OCR word-level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Below threshold → human-review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Pick the OCR + extraction stack for 3 scenarios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Pick the OCR + extraction stack for 3 scenarios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step in the pipeline do you trust least?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you place the human-review queue in your current workflow?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stop you from shipping a 40-line pipeline tomorrow?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Which step is ALWAYS mandatory in production IDP?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Tesseract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Human-in-the-loop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Which step is ALWAYS mandatory in production IDP?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Human-in-the-loop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production pipeline has a human-review queue for low-confidence extractions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LLM extracted ₹12,99,000 at confidence 0.62. Action?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Auto-post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Route to human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LLM extracted ₹12,99,000 at confidence 0.62. Action?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Route to human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Below threshold — route to human review. Do not auto-post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Business rule that catches a hallucinated total: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Total &gt;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Total == Σ(qty·price)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Total is 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Total != 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Business rule that catches a hallucinated total: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Total == Σ(qty·price)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Line items must reconcile with the total; mismatch → reject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Cloud OCR: 95%+ accuracy, ₹1–3 per page.
LLMs: field extraction in 40 lines of Python.
Every India bank / hospital / logistics player now invests.
The last-mile is ALWAYS human-in-the-loop.
STACK
OCR → LLM → Validate → HITL
Skip any one and you have a prototype, not a product.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"OCR reads. NLP understands. Rules protect. Humans close the loop. Skip any one and you have a prototype."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Why IDP, now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OCR options — pick by...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Extraction — text → schema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Validation + HITL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OCR your utility bill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Take any Indian utility bill PDF you have. Build an end-to-end extractor.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OCR with Tesseract or a cloud API.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Extract: amount, due date, account number.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Validate with a simple business rule.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Screenshot the output + commit script.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Screenshot + script URL on the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"OCR reads. NLP understands. Rules protect. Humans close the loop. Skip any one and you have a prototype."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Project 1 — Real Estate Price Prediction. Saturday's build-along.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