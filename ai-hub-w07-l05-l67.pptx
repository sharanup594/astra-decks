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drivers to pick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ONNX — the portable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Quantisation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Deploy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Measure on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7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Mobile · IoT · Jetson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Edge AI is where latency, privacy, and cost converge. When your Hindi voice assistant must work in a mobile-network dead zone — edge is the only answer.
When did YOUR phone last use AI completely offline?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JioBharat 5G — 1 million devices running AI offline in a train tunnel.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When edge beats cloud.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Convert PyTorch → ONNX.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Quantise to int8 / fp16.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Deploy on mobile + Jetson.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Measure on-device latency.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drivers to pick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ONNX — the portable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format; all devices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Quantisation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7B LLM: fp16 = 14 GB. int4 = 3.5 GB. Same model runs on a phone.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Deploy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Three drivers to pick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drivers to pick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Three drivers to pick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ONNX — the portable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torch.onnx.export saves any PyTorch model.
Load with ONNX Runtime on ANY device.
iOS, Android, Jetson, browser — same file works.
Dynamic axes for variable batch / sequence.
PORTABILITY
ONNX
Train once; run anywhere.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torch.onnx.export saves any PyTorch model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Load with ONNX Runtime on ANY device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iOS, Android, Jetson, browser — same file works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Dynamic axes for variable batch /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Quantisation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7B LLM: fp16 = 14 GB. int4 = 3.5 GB. Same model runs on a phone.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Quantisation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 7B LLM: fp16 = 14 GB. int4 = 3.5 GB. Same model runs on a phone.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Deploy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fp32 vs int8 on one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app in your life is cloud-only that could be offline?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does thermal throttling silently bite you?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Would a Jetson Nano solve a problem in your work?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Three drivers for edge: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A,B,C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Latency, privacy,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Speed, cost,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Memory, GPU, CPU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Three drivers for edge: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Latency, privacy,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These three together justify edge over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ONNX purpose: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Portability across frameworks/devices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ONNX purpose: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Portability across frameworks/devices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 anywhere; run anywhere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int8 vs fp32 memory: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4×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8×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int8 vs fp32 memory: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4×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25% of fp32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"Laptop benchmarks lie."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drivers to pick edge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ONNX — the portable format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Quantisation levels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Deploy 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Quantise + measure on 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W3 model to Raspberry Pi 4.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Export ONNX.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Quantise int8.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Measure latency table.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Submit.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Latency table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"Laptop benchmarks lie."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Indic NLP.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