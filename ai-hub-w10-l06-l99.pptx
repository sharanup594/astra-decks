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3-stage ladder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30-day launch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India channel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Launch-day readiness — 8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Launch-day narrative — 3 beats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10   /   LESSON 7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Beta, pricing-page, launch-day choreography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Distribution in India is its own discipline — LinkedIn, YourStory, Inc42, ProductHunt, Hashnode, X, Reddit + builders' WhatsApp groups. A good AI launch orchestrates 6 channels over 30 days, not a single push.
Name the last Indian AI launch you personally tried. What made you try?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Most Indian AI launches land with a Product-Hunt post and a WhatsApp forward. Nothing...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Private → public-beta → GA ladder.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Draft a 30-day launch plan.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Pick the right Indian distribution channel.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Launch-day readiness checklist.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 launch-day narrative.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3-stage ladder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30-day launch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T-30 → T+30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India channel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Launch-day readiness — 8...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Nothing ships if any fail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3-stage ladder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3-stage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3-stage ladder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30-day launch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T-30: tease on LinkedIn + Hashnode.
T-14: open waitlist; collect intent.
T-7: press outreach (YourStory, Inc42).
T-0: Product Hunt + X thread + demo video.
T+7: case studies from beta users.
T+30: retro + iterate pricing.
TIMELINE
T±30
Nothing is 1 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T-30: tease on LinkedIn + Hashnode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T-14: open waitlist; collect intent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T-7: press outreach (YourStory, Inc42)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T-0: Product Hunt + X thread + demo video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India channel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India channel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Launch-day readiness — 8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Pricing page live.
Support inbox monitored.
Status page + incident plan.
Quotas / rate limits set.
Billing + invoicing tested.
Sample prompts + demo video.
Press kit + screenshots.
Founder-written launch narrative.
CHECKLIST
8/8
Any red → hold launch.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Pricing page live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Support inbox monitored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Status page + incident plan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Quotas / rate limits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Write a T±30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channel are you personally credible 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would make your launch un-skippable?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readiness check most often breaks?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Beta audience size: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10k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Beta audience size: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10k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Small enough to fix things fast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Best channel for Indian press: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Reddit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YourStory/Inc42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Substack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Medium global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Best channel for Indian press: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YourStory/Inc42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Domestic tech media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Launch narrative beats: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(no option)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Launch narrative beats: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Problem / insight /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 team applies the lesson's main idea to a real workflow — and the results show up within a quarter.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"Good AI launches feel inevitable in hindsight — because they were choreographed."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3-stage ladder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30-day launch plan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India channel map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Launch-day readiness — 8...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T±30 launch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Draft the full launch plan for your Week-10 product.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Fill 6 channel rows.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Assign dates on T±30 timeline.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Write 3-beat narrative.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1-page plan on LMS.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"Good AI launches feel inevitable in hindsight — because they were choreographed."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Projects &amp; Assessment.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