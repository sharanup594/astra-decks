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BBD forecasting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Returns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9   /   LESSON 6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Supply Chain · Recommendations · Pricing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Indian retail scale makes AI the infrastructure, not a feature. Swiggy 20 lakh orders/day. Nykaa 3 cr users. At this scale, traditional operations break; AI is the plumbing.
Which Indian retail app personalises most for you?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Flipkart BBD 2024: 9 crore products in 5 days. No human in the loop.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4 Indian retail AI applications.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BBD-scale demand forecasting.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Recommendation engines.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Dynamic pricing strategies.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Returns-prediction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4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BBD forecasting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LightGBM at 8 crore pairs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Layered approach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Returns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Pre + post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4 applications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4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4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BBD forecasting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Features: lag, rolling, seasonality, promo.
Hierarchical LightGBM per category.
Refresh hourly during BBD.
MAPE target &lt; 18%.
WHY NOT DL
Tabular
LightGBM wins 95% of tabular retail.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Features: lag, rolling, seasonality, promo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Hierarchical LightGBM per category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Refresh hourly during BBD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MAPE target &lt; 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Collaborative filter for cold start.
Two-tower NN (user, item).
CLIP for visual similarity.
Contextual bandits per session.
A/B test every change.
HABIT
A/B always
Never deploy blind.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Layered 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Returns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Signal: fit, colour, description.
Pre-order: warn on &gt; 30% prob.
Post-order: prioritise low-return in fulfilment.
Myntra: ₹120 cr/yr saved.
IMPACT
₹120 cr/yr
Size recommendation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Signal: fit, colour, description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Pre-order: warn on &gt; 30% prob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Post-order: prioritise low-return in fulfilment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Myntra: ₹120 cr/yr saved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Pause and reflect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will you apply this in your next project?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was the single biggest 'aha' from this lesson?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habit will you start using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LightGBM over DL for retail: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Tabular + interpretable + fast retrain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LightGBM over DL for retail: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Tabular + interpretable + fast retrain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95% of tabular 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Myntra size recommendation impact: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₹120 cr/yr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₹1 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Myntra size recommendation impact: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₹120 cr/yr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Return-rate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Two-tower embeds: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User + item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Price + discount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Image + 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Two-tower embeds: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User + item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Dot product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right tool, applied to the right problem, beats the loudest idea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4 applications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BBD forecasting design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Recommendations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Returns 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Indian retail is the scale lab.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"Everything else is a prototype."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Lesson 7 — Climate.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Knowing the right tool is half the battle. Doing the small thing today is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