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7-stage ML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DevOps vs 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artefacts that must be versioned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CI/CD for ML — the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The ML Lifecycle &amp; CI/CD for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Google's "Hidden Technical Debt" paper opened every MLOps conversation. The other 95% — data, features, serving, monitoring — is where projects live or die. That 95% is what MLOps covers.
When did you last write data-validation tests alongside your model code?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ML code is less than 5% of a production ML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7-stage ML lifecycle.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DevOps vs MLOps — 5 differences.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CI/CD pipeline for a model repo.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5 artefacts every MLOps system versions.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Configure GitHub Actions + MLflow.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7-stage ML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Problem → Data → Features → Model → Deploy → Monitor →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DevOps vs MLOps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artefacts that must be...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Code, data, features, models, experiments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CI/CD for ML — the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Gated at every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7-stage ML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Problem → Data → Features → Model → Deploy → Monitor →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7-stage ML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Problem: define + success metric.
Data: collect, clean, label, version.
Features: engineer, document, store.
Model: train, validate, register.
Deploy: package, serve, canary.
Monitor: drift, performance, cost.
Feedback: retrain triggers; labels from prod.
LOOP
7 stages · closes back
80% of effort is stages 2-3 + 5-7, not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7-stage ML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Problem → Data → Features → Model → Deploy → Monitor →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DevOps vs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artefacts that must be versioned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Code — Git (as always).
Data — DVC, LakeFS.
Features — feature store registries (Feast, Tecton).
Models — MLflow, W&amp;B, SageMaker Registry.
Experiments — every run with hyperparams + metrics.
MEMORISE
5 artefacts
Skip any one = unreproducible.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artefacts that must be versioned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Code, data, features, models, experiments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CI/CD for ML — 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Push code → lint + unit tests.
2. Data validation (Great Expectations).
3. Train; log metrics to MLflow.
4. Evaluate vs current prod; gate merge.
5. Build + push image.
6. Canary deploy 5%.
7. Auto-promote if SLOs hold 30 min.
GATE
Nothing auto-promotes
Without passing SLOs. 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1. Push code → lint + unit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2. Data validation (Great Expectations)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3. Train; log metrics to MLflow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4. Evaluate vs current prod; gate merge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Correct order — 7-stage lifecycle starts with: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Correct order — 7-stage lifecycle starts with: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Problem definition + success metric drives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Typical DevOps artefact vs MLOps: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Code only vs 5 artefacts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Docker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Different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Typical DevOps artefact vs MLOps: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Code only vs 5 artefacts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MLOps versions code + data + features + models +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CI gate before merge: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Lint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New model F1 ≥ current prod - 0.5%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Any change 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CI gate before merge: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New model F1 ≥ current prod - 0.5%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Prevent regressions; gate on model-metric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Problem: define + success metric.
Data: collect, clean, label, version.
Features: engineer, document, store.
Model: train, validate, register.
Deploy: package, serve, canary.
Monitor: drift, performance, cost.
Feedback: retrain triggers; labels from prod.
LOOP
7 stages · closes back
80% of effort is stages 2-3 + 5-7, not 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7-stage ML lifecycle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DevOps vs MLOps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artefacts that must be...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CI/CD for ML — the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Train the model. Then version everything that made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"The 95% is the job."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2 — Docker + Kubernetes.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