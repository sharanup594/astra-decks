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Gradient descent — a ball downhill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Chain rule — multiply the slopes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One step by 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Optimisers — one-line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Read the loss curve — the one diagnostic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3   /   LESSON 3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Backprop &amp; Gradient Descent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Loss is a landscape. Every weight is a dimension. The gradient points downhill. Training is an iterative ball-rolling procedure — nothing more. Today we make that intuition rigorous.
Before we start — guess how many gradient steps OpenAI ran to train GPT-4. Reveal at minute 45.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A network does not "learn". It rolls downhill.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Explain gradient descent as iterative error reduction.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Compute the gradient of a scalar loss by hand.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Describe the chain rule and why backprop is efficient.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Compare SGD, Momentum, RMSProp, Adam conceptually.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Diagnose a learning rate from the loss curve.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Gradient descent — a ball...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Loss landscape · gradient · step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Chain rule — multiply the...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Why "back" propagation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One step by hand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Tiny network: x → w → ŷ; loss = (ŷ − y)²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Optimisers — one-line...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Start with Adam at lr=1e-3. Tune only when you see a concrete problem.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Gradient descent — a ball...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Loss landscape · gradient · step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Gradient descent — a ball downhill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Loss: a single scalar measuring model error.
Gradient: ∂Loss / ∂parameter — direction of steepest ascent.
Descent: take a small step opposite the gradient.
Learning rate: the step size. Too big → bounce. Too small → glacial.
GOAL
Minimum loss
Find the lowest point on a landscape you cannot see.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Gradient descent — a ball downhill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Loss landscape · gradient · step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Chain rule — multiply the slopes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y = f(g(x))  →  dy/dx = df/dg · dg/dx.
For a deep network, each weight's gradient = product along the path.
Backprop computes ALL gradients in ONE backward sweep.
Without this efficiency, modern deep learning is intractable.
MIRACLE
One backward sweep
Linear cost in parameters — not exponential.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y = f(g(x))  →  dy/dx = df/dg · dg/dx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For a deep network, each weight's gradient = product along the path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Backprop computes ALL gradients in ONE backward sweep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Without this efficiency, modern deep learning is intractable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One step by hand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Forward: ŷ = w·x.
Loss:    L = (w·x − y)².
dL/dw   = 2·(w·x − y)·x.
Update:  w ← w − η · dL/dw.
PRACTISE
Pen + paper
Do this once by hand; PyTorch becomes obvious.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One step by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Tiny network: x → w → ŷ; loss = (ŷ − y)²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Optimisers — one-line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Start with Adam at lr=1e-3. Tune only when you see a concrete problem.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Start with Adam at lr=1e-3. Tune only when you see a concrete problem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One gradient descent step — paper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Why does the chain rule make deep learning possible?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optimiser will you default to — and why?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shape of loss curve will you show your team when debugging?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 gradient tells you: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Loss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Direction of steepest descent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Learning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Model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 gradient tells you: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Direction of steepest descent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It is the direction of steepest ASCENT; we step opposite to descend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"back" propagation?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Chain rule applied from loss backward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Tradition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"back" propagation?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Chain rule applied from loss backward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Chain rule sweeps back from the loss, reusing intermediate gradients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Oscillating loss each epoch means: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LR too small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LR too big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Model too small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 bug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Oscillating loss each epoch means: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LR too big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Step size exceeds the local valley width; reduce LR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Loss: a single scalar measuring model error.
Gradient: ∂Loss / ∂parameter — direction of steepest ascent.
Descent: take a small step opposite the gradient.
Learning rate: the step size. Too big → bounce. Too small → glacial.
GOAL
Minimum loss
Find the lowest point on a landscape you cannot see.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"Plot the loss. Read the curve. THEN tune."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Gradient descent — a ball...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Chain rule — multiply the...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One step by hand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Optimisers — one-line...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learning-rate sweep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Train your Lesson-2 MLP with lr = 1e-2, 1e-3, 1e-4 for 20 epochs each.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Record loss curves for all three learning rates.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Plot them on one axis.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3 sentences on what you observed.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Push to GitHub.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Single plot + 3-sentence write-up on the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"Plot the loss. Read the curve. THEN tune."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4 — NLP Fundamentals. Text → numbers → insight.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