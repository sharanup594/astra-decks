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L3</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Five terms — memorise</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Explore vs exploit — the restaurant...</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Q-learning in 30 lines</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Model-free vs model-based</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Where RL actually ships (Indian...</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7   /   LESSON 3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Fundamentals · Gym · Q-learning</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95% of AI interviews ask about RL. 5% of AI jobs use it. Today we teach the vocabulary (for interviews), one real project (for understanding), and honest perspective on when to reach for it.
Name one RL system you interact with weekly. (Hint: look at Ola's dynamic pricing.)</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3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RL won Go. RL set Ola surge pricing. Where did the middle go?</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NUMBER 1</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95%</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From real-world deployments.</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NUMBER 2</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5%</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From real-world deployments.</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State, action, reward, policy, value.</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Explore vs exploit trade-off.</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Train a Q-learning agent.</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Model-based vs model-free.</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When RL beats supervised.</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Five terms — memorise</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State · Action · Reward · Policy · Value</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Explore vs exploit — the...</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ε-greedy is the workhorse</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Q-learning in 30 lines</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Solve Frozen Lake</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Model-free vs model-based</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Five terms — memorise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State · Action · Reward · Policy · Value</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Five terms — memorise</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State (s) — current snapshot of environment.
Action (a) — what the agent can do.
Reward (r) — numeric signal to maximise.
Policy (π) — state → action mapping.
Value (V / Q) — expected cumulative reward.
VOCAB
5 terms
Every RL paper uses these exact symbols.</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Five terms — memorise</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State · Action · Reward · Policy · Value</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Explore vs exploit — the restaurant dilemma</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Exploit: keep visiting your favourite place.
Explore: try somewhere new.
ε-greedy: random action with probability ε.
Decay ε over training.
UCB / Thompson Sampling are fancier alternatives.
BALANCE
ε-greedy
Simple. Works. Use first.</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Exploit: keep visiting your favourite place</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Explore: try somewhere new</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ε-greedy: random action with probability ε</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Decay ε over training</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Q-learning in 30 lines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Q[state, action] table.
Update: Q[s,a] += α · (r + γ·max Q[s',·] − Q[s,a])
Run 2000 episodes; watch Q converge.
np.argmax(Q) gives the learned policy.
BELLMAN
r + γ·maxQ
The equation behind all value-based RL.</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Q-learning in 30 lines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Solve Frozen Lake</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Model-free vs model-based</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Train on FrozenLake</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problem in your life has a clear reward function?</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doesn't — and why supervised would beat RL there?</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When would you build a simulator before anything else?</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Policy is: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Model</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State → action mapping</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Reward function</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Value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Policy is: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State → action mapping</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π : s → a</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Q-learning is: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Model-based</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Model-free</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Supervised</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Random</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Q-learning is: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Model-free</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Learns Q-values directly from experience</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ε = 0.1 means: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Always greedy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10% random</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Always random</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Never random</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ε = 0.1 means: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10% random</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10% random action; 90% greedy</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State (s) — current snapshot of environment.
Action (a) — what the agent can do.
Reward (r) — numeric signal to maximise.
Policy (π) — state → action mapping.
Value (V / Q) — expected cumulative reward.
VOCAB
5 terms
Every RL paper uses these exact symbols.</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"RL is the interview favourite. Supervised is the job favourite."</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Five terms — memorise</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Explore vs exploit — the...</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Q-learning in 30 lines</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Model-free vs model-based</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7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CartPole in Gym</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Train Q-learning on CartPole.</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pip install gymnasium.</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Implement ε-greedy Q-learning.</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Plot reward vs episode.</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Submit plot.</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Reward curve image.</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"RL is the interview favourite. Supervised is the job favourite."</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7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7</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4 — RLHF.</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7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