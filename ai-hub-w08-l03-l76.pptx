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Three attack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FGSM — simplest adversarial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 defences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Prompt injection — LLM-specific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Red-team your own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8   /   LESSON 4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Adversarial Attacks &amp; Defences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Tesla vehicles have been fooled by targeted stickers. Facial-recognition by adversarial glasses. Fraud detection by word-level attacks on complaint text. Adversarial ML isn't theoretical — it's happening today, at scale, in production.
When was your model last adversarially tested? Honestly.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A sticker on a stop sign. A car crashes at 80 km/h.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Classify attacks: evasion, poisoning, extraction.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Demonstrate FGSM attack.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Apply 5 defence strategies.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Detect prompt injection.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Red-team your own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Three attack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FGSM — simplest adversarial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Fast Gradient Sign Method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5 defences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Layered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Prompt injection —...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2026 defining attack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Three attack 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Three attack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Three attack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FGSM — simplest adversarial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Compute gradient of loss wrt input.
Take small step along its sign.
Input looks visually identical.
Model output wildly different.
DEMO
8 lines of PyTorch
Show in class. Room audibly gasps.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Compute gradient of loss wrt input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Take small step along its sign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Input looks visually identical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Model output wildly different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5 defences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Adversarial training — include adv examples.
Input validation — bound + sanity-check.
Detection — auxiliary classifier for adv inputs.
Differential privacy — noise during training.
Watermarking — prove ownership if model stolen.
DEPTH
Layers &gt; single fence
No single defence stops all attacks.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5 defences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Layered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Prompt injection — LLM-specific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Treat all external input as untrusted.
Structure outputs (JSON schema); validate.
Log inputs + outputs for audit.
Least-privilege tools.
HITL for destructive actions.
LLM AGE
Prompt injection
Covered W5.7; repeat here for security framing.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Treat all external input as untrusted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Structure outputs (JSON schema); validate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Log inputs + outputs for audit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Least-privilege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Break a classmate's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Swap models.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attack class most threatens your model?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Is adversarial training in your training loop?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Quarterly red-team on your roadmap?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Three attack classes: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Speed, space,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Evasion, poisoning, extraction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UI, backend, 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Three attack classes: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Evasion, poisoning, extraction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Canonical taxonomy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FGSM: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defence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 attack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framework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FGSM: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An attack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Fast Gradient Sign Method — evasion attack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Adversarial training: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Slower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Include adv examples in train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Prohibited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Adversarial training: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Include adv examples in train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Most common defence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"The paranoia is the feature."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Three attack classes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FGSM — simplest adversarial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5 defences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Prompt injection —...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FGSM + 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On your W7 image classifier.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Run FGSM.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adversarial examples.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Apply adversarial training.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Re-test.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Before/after table.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"The paranoia is the feature."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5 — Portfolio.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