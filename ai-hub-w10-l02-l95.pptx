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Gantt vs Theme-based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Anatomy of a theme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Cost × Uncertainty quadrant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Kill criteria — no-sunk-cost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Review cadence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10   /   LESSON 3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Themes, bets and the "magic quadrant"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Traditional Gantt-based roadmaps assume the work is known. AI work is often 40% discovery, 40% experimentation, 20% build. That is why Indian AI teams that ship quarterly release ROADMAPS BY THEME, not by feature-list.
When did your last AI roadmap last longer than a quarter?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AI is not a feature — it is a research programme disguised as a roadmap.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Why AI roadmaps break classic Gantt charts.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Build a theme-based roadmap.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Classify bets by cost × uncertainty.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Kill a bet fast (no-sunk-cost rule).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One-slide roadmap for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Gantt vs Theme-based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Anatomy of a theme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6 fields, one card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Cost × Uncertainty quadrant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Which bets to run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Kill criteria — no-sunk-cost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How senior AI-PMs stay credible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Gantt vs Theme-based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Gantt vs Theme-based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Gantt vs Theme-based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Anatomy of a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Name (user-visible outcome).
Hypothesis ("We believe ___ because ___").
Metric + target.
Bets: 2-4 candidate approaches.
Kill criteria.
Review cadence.
CARD
6 fields
Fits on a slide.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Name (user-visible outcome)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Hypothesis ("We believe ___ because ___")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Metric + target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Bets: 2-4 candidate approaches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Cost × Uncertainty quadrant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Low-cost / Low-uncertainty → JUST DO IT.
Low-cost / High-uncertainty → SPIKE / POC.
High-cost / Low-uncertainty → SCHEDULE.
High-cost / High-uncertainty → RESEARCH + GATE.
2×2
4 moves
No heroics in top-right.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Cost × Uncertainty quadrant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Which bets to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Kill criteria — no-sunk-cost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Pre-declare "we will stop if X is not true by date Y".
Weekly review of leading metric.
Sunset ritual: learnings logged, team redeployed.
Kill fast + cheap &gt; ship slow + bad.
DISCIPLINE
Kill early
Protects next bet.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Pre-declare "we will stop if X is not true by date Y"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Weekly review of leading metric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Sunset ritual: learnings logged, team redeployed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Kill fast + cheap &gt; ship slow + bad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Draw a 1-slide theme 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feature on your roadmap is actually a research bet?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kill criteria would you regret not setting?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Does your review cadence match discovery speed?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Theme cards should fit 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6 slides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 slide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30 slides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Infinite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Theme cards should fit 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1 slide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One-slide discipline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High cost + high uncertainty =: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Just do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Schedule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Research + 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Ignore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High cost + high uncertainty =: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Research + 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Gate serious spend on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AI roadmap re-plans 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Slippage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Learning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Holidays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Funding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AI roadmap re-plans 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Learning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Learning is the 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"The best AI PMs kill bets faster than they ship them."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Gantt vs Theme-based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Anatomy of a theme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Cost × Uncertainty quadrant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Kill criteria — no-sunk-cost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1-slide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Build a 1-slide theme roadmap for YOUR week-10 product.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Pick 3 themes.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Write 2-4 bets per theme.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Add kill criteria per bet.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1 slide posted on LMS forum.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"The best AI PMs kill bets faster than they ship them."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4 — User Research.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