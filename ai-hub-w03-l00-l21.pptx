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Rules vs ML — the single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three ML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7-step supervised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Metrics — what to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Your first model in 6 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Fundamentals of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Spam filters · credit scoring · fraud detection · demand forecasting — none of these can be written as rules. That is the ML boundary. Everything in this week sits on it.
Before we start — is tax-bracket calculation rules or ML? Defend your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Rules solve problems you can articulate. ML solves the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Define the three ML families with one example each.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Classify any business problem into the correct family in 15 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Describe the 7-step supervised workflow.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Compare classification vs regression metrics.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Train a LogisticRegression end-to-end in 6 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Rules vs ML — the single...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most valuable engineering intuition this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three ML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Family is determined by what you HAVE, not by what algorithm you prefer.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7-step supervised...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Steps 1–4 are 80% of your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Metrics — what to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Pick ONE primary metric up front. Never move the goalposts.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Rules vs ML — the single...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most valuable engineering intuition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Rules vs ML — the single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Rules win: few inputs, deterministic, regulation-driven.
ML wins: many inputs, fuzzy logic, labelled history exists.
Hybrid is common: rules for guardrails, ML for nuance.
Decision frame: can a domain expert write &lt; 20 rules? If yes, rules.
HEURISTIC
&lt; 20 rules?
Yes → rules. No → ML. Simple. Usable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Rules vs ML — the single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most valuable engineering intuition this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three ML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Family is determined by what you HAVE, not by what algorithm you prefer.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Family is determined by what you HAVE, not by what algorithm you prefer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7-step supervised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Define the question + cost per error.
2. Collect and label data.
3. Engineer features.
4. Split train / val / test.
5. Train.  6. Evaluate.  7. Deploy + monitor.
80%
Steps 1–4
Shoulders-down on data quality before you tune any hyperparameter.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7-step supervised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Steps 1–4 are 80% of your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Metrics — what to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ONE primary metric up front. Never move the goalposts.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ONE primary metric up front. Never move the goalposts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Classify these 5 Indian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Assign each: UPI fraud · IRCTC Tatkal · Swiggy ETA · Aadhaar face-match · Ola surge pricing.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Assign each: UPI fraud · IRCTC Tatkal · Swiggy ETA · Aadhaar face-match · Ola surge...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Defend with one sentence per system.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Room aligns on disagreements.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three families fits the first project you want to build?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have you been seduced by "let's try ML" when rules would do?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metric will you default to for your first classification problem?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Predicting whether a loan defaults from 50 features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Supervised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Unsupervised clustering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Predicting whether a loan defaults from 50 features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Supervised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Labels exist (default Y/N). It is supervised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Accuracy misleads most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Features are 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Classes are imbalanced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 is 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is tidy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Accuracy misleads most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Classes are imbalanced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Predicting the majority class always yields high accuracy on imbalanced data. Use F1 /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NEVER let test data touch the fit?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leakage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NEVER let test data touch the fit?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Data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Leakage inflates the apparent score and hides overfitting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Rules win: few inputs, deterministic, regulation-driven.
ML wins: many inputs, fuzzy logic, labelled history exists.
Hybrid is common: rules for guardrails, ML for nuance.
Decision frame: can a domain expert write &lt; 20 rules? If yes, rules.
HEURISTIC
&lt; 20 rules?
Yes → rules. No → ML. Simple. Usable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"Rules solve problems a human can articulate. ML solves the rest."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Rules vs ML — the single...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three ML families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7-step supervised...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Metrics — what to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train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On any dataset you own, train a LogisticRegression or LinearRegression end-to-end in 20 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State the question in one sentence.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Split train / test 80 / 20.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Train, score, pick ONE primary metric.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Report that metric + one honest limitation.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Push notebook to GitHub.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URL + 2-sentence write-up on the forum.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"Rules solve problems a human can articulate. ML solves the rest."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Neural Networks. The perceptron, XOR, and your first MLP.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