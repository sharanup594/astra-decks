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2026 Indian AI salary bands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BATNA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Silence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Beyond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Decline gracefully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8   /   LESSON 7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For AI Roles in India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Recruiter states the offer. The candidate nods, waits. 15 seconds of silence. The recruiter fills the gap: "...that said, we can push the base to 23." Free ₹5 LPA — from saying nothing. Negotiation is a skill. Silence is its most undervalued tool.
When did you last negotiate your salary? Outcome?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₹18 LPA or ₹25 LPA. The difference is one 15-second silence.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2026 Indian AI salary bands.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BATNA framework.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Silence technique.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Beyond base — ESOPs, bonus.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Decline gracefully.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2026 Indian AI salary bands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Source: NASSCOM 2026 + levels.fyi India + V-Align data. Verify before you negotiate.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BATNA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Your leverage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Silence technique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cheapest ₹2-4 LPA you'll earn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Beyond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Negotiate in THIS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2026 Indian AI salary bands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Source: NASSCOM 2026 + levels.fyi India + V-Align data. Verify before you negotiate.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2026 Indian AI salary bands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Source: NASSCOM 2026 + levels.fyi India + V-Align data. Verify before you negotiate.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2026 Indian AI salary bands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Source: NASSCOM 2026 + levels.fyi India + V-Align data. Verify before you negotiate.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BATNA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Best Alternative To Negotiated Agreement.
Strongest: competing written offer.
Next: credible search with 2-3 active interviews.
None? Signal optionality: "taking multiple interviews this quarter".
Know your floor + ceiling before the call.
LEVERAGE
BATNA
Without it, you're asking, not negotiating.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Best Alternative To Negotiated Agreement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Strongest: competing written offer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Next: credible search with 2-3 active interviews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None? Signal optionality: "taking multiple interviews this quarter"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Silence 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They state offer.
You nod. Write notes. Don't speak.
15-30 seconds of silence.
First to speak loses.
Often they improve without you asking.
DO NOTHING
Silence
Practice in front of a mirror if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Silence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cheapest ₹2-4 LPA you'll earn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Beyond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Base (compounds via hikes) — first.
Variable / bonus (10-25% of base).
Joining bonus (one-time, negotiable).
ESOPs (value depends on company + liquidity).
Relocation, notice buyout.
ORDER
Base → bonus → ESOPs
Base compounds. One-time doesn't.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Base (compounds via hikes) — first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Variable / bonus (10-25% of base)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Joining bonus (one-time, negotiable)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ESOPs (value depends on company + liquidity)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Silence drill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Do you know your market band?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What's your BATNA today?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would 15 seconds of silence cost you to practice?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BATNA: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Best Alt To Negotiated Agreement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Biggest 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BATNA: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Best Alt To Negotiated Agreement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Your leverage in negotiation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Strongest BATNA: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Competing written offer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Friend's advice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Strongest BATNA: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Competing written offer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Written offer &gt; everything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Silence duration after first offer: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15-30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Silence duration after first offer: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15-30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Long enough to prompt 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Source: NASSCOM 2026 + levels.fyi India + V-Align data. Verify before you negotiate.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"Know your worth; name it only when asked."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2026 Indian AI salary bands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BATNA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Silence technique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Beyond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Your BATNA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Write floor + ceiling + current alternatives.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Research band for your role.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floor/ceiling.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List current options.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Submit.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1-page plan.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"Know your worth; name it only when asked."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Capstone project — Saturday.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