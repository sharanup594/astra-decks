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deploy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Sample size — the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Success + guardrail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Peeking + multiple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Shadow · Canary · A/B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Your new model scores 3% higher offline. You ship it. Conversion drops 2%. Revenue drops 5%. What happened? Only a production A/B would have told you.
When did you last ship a model CHANGE without an A/B test?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Offline winner. Production loser.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Shadow vs canary vs A/B deploys.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Compute sample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success + guardrail metrics.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Avoid peeking + multiple-testing errors.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an A/B on a model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deploy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Progression: Shadow → Canary → A/B → 100%.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Sample size — the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Compute BEFORE you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Success + guardrail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success. 2-3 guardrails.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Peeking + multiple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Silent bias amplifiers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Three deploy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Progression: Shadow → Canary → A/B → 100%.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deploy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Progression: Shadow → Canary → A/B → 100%.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deploy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Progression: Shadow → Canary → A/B → 100%.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Sample size — the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Detect 1% lift on 10% baseline; 80% power; α=0.05.
n ≈ 13,900 per variant.
Use scipy.stats.norm.ppf.
Commit to that n. Never peek.
COMMITMENT
Set n. Stop.
Peeking is silently-wrong.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Detect 1% lift on 10% baseline; 80% power; α=0.05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 ≈ 13,900 per variant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 scipy.stats.norm.ppf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Commit to that n. Never peek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Success + guardrail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Success: the ONE number you want to move (conversion rate).
Guardrails: must-not-degrade (latency, error rate, retention).
North-star: company KPI — reference only.
Never 10 metrics. Always find "a win".
RULE
1 + 2-3
1 success + 2-3 guardrails.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Success + guardrail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success. 2-3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Peeking + multiple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Peeking inflates false-positive rate.
Fix: sample-size pre-commit; check at end only.
Or use sequential testing (harder).
Multiple metrics → Bonferroni correction.
DISCIPLINE
No peeking
Rigour over convenience.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Peeking inflates false-positive rate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Fix: sample-size pre-commit; check at end only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Or use sequential testing (harder)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Multiple metrics → Bonferroni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pre-commit 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Resist peeking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pre-commit 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Resist peeking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Peeking inflates false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Success metrics per test: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As many as you want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Success metrics per test: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As many as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One success metric. 2-3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Offline winner → production loser because: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 happens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Latency + selection bias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in LLMs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Offline winner → production loser because: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Latency + selection bias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Offline misses deployment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Progression: Shadow → Canary → A/B → 100%.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deploy patterns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Sample size — the formula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Success + guardrail metrics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Peeking + multiple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Calculate. Commit. Never peek.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"Rigour over convenience."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7 — Cost optimisation.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