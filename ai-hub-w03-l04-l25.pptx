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Request-response lifecycle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Express in 25 lines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6 REST constraints — practical view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Status codes — the contract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Dockerise in 7 lines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3   /   LESSON 5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Backend with Node.js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You call Paytm. HDFC. Ola. UPI. Flipkart. Zerodha. Every screen in your life talks to an API. Today you build one — not a toy, a production-shaped skeleton you will extend in Project 2.
When did you last think about the API call behind your favourite app? The best ones disappear.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5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A good API is boring. Boring is a compliment.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Real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Today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Describe the request-response lifecycle of a REST API.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Build a 3-endpoint Express server with Zod validation.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Explain the 6 REST constraints practically.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HTTP status codes the right way.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Containerise the API with one Dockerfile.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Request-response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4 steps, every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Express in 25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3 endpoints, validated, production-shaped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6 REST constraints —...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In daily work, only Stateless and Uniform Interface matter. The others follow.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Status codes — the contract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Status codes ARE the contract. Pick them intentionally.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Request-response lifecycle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4 steps, every call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Request-response lifecycle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Client → HTTP request.
Router parses verb + path.
Middleware runs (auth, validation, logging).
Handler returns response with a status code.
SHAPE
Client → MW → Handler
Master this cycle; every framework then makes sense.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Request-response lifecycle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4 steps, every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Express in 25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app.get("/health", …) → {ok: true}
app.get("/schema", …) → returns input JSON schema
app.post("/predict", zod.safeParse → price)
app.listen(3000, "running")
STARTER
25 lines
Type along. This skeleton is the basis of P2.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app.get("/health", …) → {ok: true}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app.get("/schema", …) → returns input JSON schema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app.post("/predict", zod.safeParse → price)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app.listen(3000, "running")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6 REST constraints — practical 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In daily work, only Stateless and Uniform Interface matter. The others follow.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6 REST constraints — practical view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In daily work, only Stateless and Uniform Interface matter. The others follow.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Status codes — the contract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Status codes ARE the contract. Pick them intentionally.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Status codes ARE the contract. Pick them intentionally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Practical, named, applied to a real Indian use-case.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Break your own 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of the 6 REST constraints do you think modern teams honour least?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status code do you confuse most — and why?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Would you onboard a new engineer onto your most recent project in under 3 minutes?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POST created a user. Status code?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Answer: B.  201 Created for successful resource creation.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POST created a user. Status code?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correct option matches the lesson's core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Validation failed. Status code?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Answer: C.  400 Bad Request with a machine-readable error body.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(no option)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Validation failed. Status code?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The correct option matches the lesson's core principle.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"Stateless"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DB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session on the server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cookies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 cache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"Stateless" means: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No session on the server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Each request carries all the context needed; no server-side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Client → HTTP request.
Router parses verb + path.
Middleware runs (auth, validation, logging).
Handler returns response with a status code.
SHAPE
Client → MW → Handler
Master this cycle; every framework then makes sense.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"A good API is boring. Predictable. Documented. Fast. That boredom is what production teams pay for."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Request-response lifecycle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Express in 25 lines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6 REST constraints —...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Status codes — the contract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Mini assignment — add /metrics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Extend the 25-line Express server with a /metrics endpoint that returns request count + median latency since server start.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In-memory counters OK (no DB required).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Return JSON with {requests, median_latency_ms}.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Make /metrics idempotent.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Push to GitHub.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Repo URL + curl output of /metrics on the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"A good API is boring. Predictable. Documented. Fast. That boredom is what production teams pay for."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3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Lesson 6 — Database Design. SQL vs NoSQL for AI.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3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