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Company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IP + founder agreement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DPDP 2023 essentials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3 AI-specific legal risks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Standard contracts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12   /   LESSON 5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Structure · vesting · data law · AI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Legal mistakes in months 1-3 compound into years of pain. Pay the lawyer now; save the deal later. DPDP 2023 + AI-specific risks make this more important in 2026 than at any prior point.
Have you signed an IP-assignment with your co-founder?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Missing IP assignment is the #1 reason Indian AI acquisitions die in diligence.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Structure options + vesting norms.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DPDP 2023 scope + penalties.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Day-1 IP assignment.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3 AI-specific legal risks.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When to call a lawyer.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Company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IP + founder agreement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Day 1, not month 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DPDP 2023 essentials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3 AI-specific legal risks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Novel in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Company 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Company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Company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IP + founder agreement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Every founder signs IP assignment.
4-year vesting + 1-year cliff.
Roles, equity split, decision rights written.
Use a lawyer — not LinkedIn posts.
DAY 1
Sign + vest
Cheap now; priceless later.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Every founder signs IP assignment.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4-year vesting + 1-year cliff.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Roles, equity split, decision rights written.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Use a lawyer — not LinkedIn posts.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DPDP 2023 essentials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DPDP 2023 essentials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3 AI-specific legal risks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Training-data licensing (scraping = risk).
Model output liability (hallucinations).
Derivative IP — who owns AI-generated artefacts.
RISKS
3 new
Novel; no settled law yet.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Training-data licensing (scraping = risk).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Model output liability (hallucinations).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Derivative IP — who owns AI-generated artefacts.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RISKS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Run the day-1 legal 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Default structure: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LLP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Pvt Ltd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Co-op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Sole prop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Default structure: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Pvt Ltd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Pvt Ltd for VC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Vesting norm: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1 yr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4 yr + 1 yr cliff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10 yr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Vesting norm: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4 yr + 1 yr cliff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Industry norm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DPDP penalty ceiling: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₹1 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₹250 cr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₹10 cr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DPDP penalty ceiling: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₹250 cr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₹ 250 cr per violation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Day-1 legal pack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Assemble for your capstone.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Draft founder agreement.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Draft DPDP-compliant consent.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List 3 AI risks + mitigations.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Docs uploaded to LMS.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"The founders who sleep at night signed earliest."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6 — Building in Public.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