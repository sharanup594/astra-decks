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Production Dockerfile — 7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K8s primitives — three you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Readiness probes — mandatory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Rolling updates + rollbacks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Managed K8s in India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6   /   LESSON 2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Docker &amp; Kubernetes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Docker ended the joke in 2013. K8s ended the "one-server-per-app" era in 2014. By 2026, no Indian AI deployment worth the name runs outside a container orchestrator.
Which of your models runs on a container today? Which doesn't?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"Works on my machine" is a punchline. Make it a joke.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Production Dockerfile for Python ML service.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Build, tag, push to registry.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Pod · Deployment · Service.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Rolling updates + rollbacks in K8s.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Deploy a model to managed K8s.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Production Dockerfile — 7...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Anatomy of a shipped image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K8s primitives — three you...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Readiness probes — mandatory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Without them, rolling updates serve half-booted pods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Rolling updates + rollbacks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Zero-downtime deploys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Production Dockerfile — 7...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Anatomy of a shipped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Production Dockerfile — 7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1. Slim base image.
2. Non-root user.
3. Cache deps layer (requirements first).
4. Pin ALL versions.
5. HEALTHCHECK.
6. Single responsibility.
7. No secrets in image.
RULES
7 checks
Print on the wall of the infra pod.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Production Dockerfile — 7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Anatomy of a shipped image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K8s primitives — three you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Readiness probes — mandatory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Kubelet polls /health; only routes traffic when pass.
Liveness probe restarts pods that hang.
Startup probe for slow-warming apps.
Every deployment needs all three for production.
NON-NEGOTIABLE
3 probes
readiness + liveness + startup.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Readiness probes — mandatory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Without them, rolling updates serve half-booted pods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Rolling updates + rollbacks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kubectl set image → one pod at a time.
Readiness probes gate new pods.
kubectl rollout undo → previous stable.
kubectl rollout history → the audit trail.
ZERO DOWNTIME
By default
Only if probes are correct.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kubectl set image → one pod at a time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Readiness probes gate new pods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kubectl rollout undo → previous stable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kubectl rollout history → the audit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Build + run in class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of the 7 Dockerfile rules do you break most?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probe is missing from your current deploy?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If your company goes all-in on one cloud, which K8s service?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Best practice Dockerfile: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Root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Non-root + pinned + healthcheck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Secrets baked 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 healthcheck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Best practice Dockerfile: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Non-root + pinned + healthcheck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Defence in depth + reproducibility + observability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Stable network endpoint for pods: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Namespace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Stable network endpoint for pods: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Service gives a stable DNS / IP across pod churn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Why readiness probes: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Style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Gate traffic to ready pods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Why readiness probes: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Gate traffic to ready pods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Otherwise rolling updates serve half-booted pods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1. Slim base image.
2. Non-root user.
3. Cache deps layer (requirements first).
4. Pin ALL versions.
5. HEALTHCHECK.
6. Single responsibility.
7. No secrets in image.
RULES
7 checks
Print on the wall of the infra pod.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"Docker + K8s + probes. The operational spine of 2026 AI."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Production Dockerfile — 7...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K8s primitives — three you...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Readiness probes — mandatory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Rolling updates + rollbacks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Containerise + deploy locally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Your W3 prediction API, containerised with the 7 rules + deployed to kind.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Dockerfile with 7 rules.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Deployment YAML with 3 probes.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Service of type LoadBalancer.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Rolling update from v1 to v2.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Repo URL + 30-s screen recording.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"Docker + K8s + probes. The operational spine of 2026 AI."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3 — Cloud platforms.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