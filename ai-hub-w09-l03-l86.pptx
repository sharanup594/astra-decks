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Indian EdTech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4 AI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 Indian EdTech + AI strategies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 tutor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Ethical concerns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9   /   LESSON 4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Personalised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That's the counter-intuitive core of good EdTech AI. Learning requires cognitive effort. An AI that answers directly defeats the purpose. Design for questions-that-lead-students-to-answer, not answer-on-demand.
Which current AI tutor do you think TEACHES vs gives answers?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Socratic AI tutors never give direct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3 Indian EdTech waves.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Adaptive learning at scale.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BYJU'S/PhysicsWallah/Unacademy AI.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AI tutor with LLM + RAG.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Ethical concerns.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3 Indian EdTech 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Where we 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4 AI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6 Indian EdTech + AI...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AI tutor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Socratic &gt; answer-generator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3 Indian EdTech waves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Where we 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3 Indian EdTech waves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Wave 1 (2015-20): digital content + LMS.
Wave 2 (2020-23): pandemic live classes.
Wave 3 (2024+): AI personalisation.
Survivors of wave-2 burnout now invest in AI.
NOW
Wave 3
AI = personalisation.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 Indian EdTech 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Where we 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4 AI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6 Indian EdTech + AI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6 Indian EdTech + AI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AI tutor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Student asks doubt (Hindi/English).
RAG over NCERT + class textbooks.
LLM generates Socratic response.
Track mastery via mini-quizzes.
Decompose when stuck; accelerate when fluent.
RULE
Never answer directly
Decompose and question.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Student asks doubt (Hindi/English)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RAG over NCERT + class textbooks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LLM generates Socratic response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Track mastery via mini-quizzes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NCERT Class-10 math tutor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6 EdTech companies aligns with your values?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is Socratic design hardest?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safety net protects minors?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Wave 3 driver: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AI personalisation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Wave 3 driver: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AI personalisation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Personalisation via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no direct answers: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Learning requires cognitive effort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no direct answers: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Learning requires cognitive effort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Socratic teaches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Knowledge-graph recommendation: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BYJU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Embibe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Doubtnut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Random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Knowledge-graph recommendation: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Embibe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Reliance-owned Embibe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Wave 1 (2015-20): digital content + LMS.
Wave 2 (2020-23): pandemic live classes.
Wave 3 (2024+): AI personalisation.
Survivors of wave-2 burnout now invest in AI.
NOW
Wave 3
AI = personalisation.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"Good AI tutors never give the final answer outright."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3 Indian EdTech waves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4 AI techniques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6 Indian EdTech + AI...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AI tutor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Doubt solver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Class-10 math over NCERT.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RAG pipeline.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Socratic prompt.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10 sample dialogues.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+ dialogues.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"Good AI tutors never give the final answer outright."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9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5 — Legal.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9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