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2026 capital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Instruments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Signature Indian AI investors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term-sheet traps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Picking your first cheque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12   /   LESSON 2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Stages · instruments · signature funds · traps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India's AI capital pool in 2026 is deeper + more crowded than ever. Founders must pick matching investors, the right instrument, and avoid term-sheet traps that can kill companies 3 years later.
Name one Indian AI investor from memory.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The wrong first cheque is worse than no cheque.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India capital stack 2026.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SAFE vs CCPS vs equity.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Pick the right first cheque.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Spot 4 term-sheet traps.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Match investor to stage.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2026 capital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Instruments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Signature Indian AI...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Know the names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 term-sheet traps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2026 capital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2026 capital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2026 capital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Instruments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Signature Indian AI investors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Peak XV (Surge) — AI thesis lead.
Lightspeed — infra + consumer AI.
Accel India — deep tech.
Blume — early stage, builder-friendly.
Speciale Invest — deep-tech SaaS.
Kalaari — AI + SaaS.
Antler — pre-team.
LIST
7 funds
Research the partner, not just the fund.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Signature Indian AI investors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Know the names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 term-sheet traps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Draft 10-name investor 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term would you NOT accept?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partner aligns to YOUR moat?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reference call would change your mind?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Seed range: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₹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₹ 2-10 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₹ 500 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₹ 1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Seed range: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₹ 2-10 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Indian seed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SAFE =: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Equity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Convertible, founder-friendly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Grant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SAFE =: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Convertible, founder-friendly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Convertible vehicle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Peak XV programme: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Surge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Peak XV programme: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Surge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Surge is Peak XV's accelerator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"Optimise for signal; dodge traps; reference-check."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2026 capital stack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Instruments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Signature Indian AI...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 term-sheet traps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Target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10-name investor list for capstone.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Filter by stage.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Add a partner + one-line fit.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Rank.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List on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"Optimise for signal; dodge traps; reference-check."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3 — 48-hour MVP.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