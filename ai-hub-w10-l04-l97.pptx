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pricing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Token-cost gravity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Unit-economics one-liner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India B2B vs B2C price-tolerance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Tiered pricing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Margin-aware product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Token cost is new gravity. A ₹999 flat-fee chatbot serving 50k queries/month can quietly lose ₹40/user on GPT-class inference. Pricing is now a PRODUCT decision, not a finance decision.
How much does ONE query of your AI cost you?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Many Indian AI startups price like 2019 SaaS — and bleed margin on every query.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4 AI pricing models.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token-cost kills flat-fee AI products.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unit-economics model.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Segment India B2B vs B2C price tolerance.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tiered pricing page.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pricing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Token-cost 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New math every PM must know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Unit-economics one-liner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Live inside every AI PRD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India B2B vs B2C...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 pricing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pricing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 pricing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Token-cost gravity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prompt, every retry = rupees.
Long context = higher cost, not just latency.
Caching + retrieval = margin strategy, not tech choice.
Route small queries to small models.
MATH
₹ per query
Know it before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prompt, every retry = rupees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Long context = higher cost, not just latency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Caching + retrieval = margin strategy, not tech choice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Route small queries to small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Unit-economics one-liner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Price − COGS − support − fraud = contribution margin.
COGS = tokens + infra + 3rd-party APIs.
Target ≥ 60% contribution at scale.
Break-even month should be explicit.
FORMULA
P - COGS
≥ 60% or redesign.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Unit-economics one-liner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Live inside every AI PRD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 B2B vs B2C price-tolerance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Build 1 unit-economics 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in your product does margin leak today?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query type should go to a smaller model?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outcome-based pricing require you to 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Pure flat-fee risk: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Under-use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Heavy users bleed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Pure flat-fee risk: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Heavy users bleed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Heavy users are the killers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Caching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Margin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Irrelevant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Caching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Margin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Margin, not just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Contribution margin target: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≥ 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Contribution margin target: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≥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Rule of thumb for SaaS-AI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best AI PMs price the model and the moat."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pricing models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Token-cost gravity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Unit-economics one-liner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India B2B vs B2C...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Build your pricing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Design 3 tiers + enterprise for your Week-10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Set price + feature gate per tier.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Show unit economics for Pro tier.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Justify India segment choice.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1-page pricing doc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best AI PMs price the model and the moat."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Team Building.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