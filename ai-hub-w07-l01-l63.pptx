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ASR pipeline — five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Production ASR — 4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TTS — three generations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20-line bilingual ASR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Production considerations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7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ASR + TTS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The interface war is shifting from keyboards to microphones. Bhashini handles 50 crore speech requests a month. Build voice or lose the next 500 million users.
When did you last speak to your phone in Hindi? What worked? What didn't?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Half of India prefers voice. GPay processed ₹4.2 lakh crore via voice in FY25.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50 crore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500 million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ASR pipeline stages.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Use Whisper / Deepgram / Bhashini.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Compare TTS families.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Hindi-English ASR demo in 20 lines.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Handle diarisation + streaming.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ASR pipeline — five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Audio to text, step by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Production ASR — 4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English-only → Whisper. Indic → Bhashini. Real-time → Deepgram.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TTS — three generations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Voice cloning brings new fraud risks — ₹280 crore in FY25 voice-fraud attempts at Indian banks.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20-line bilingual ASR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Whisper large-v3 auto-detect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ASR pipeline — five stages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Audio to text, step by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ASR pipeline — five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Audio input (16 kHz mono).
Feature extraction (MFCC / mel-spectrogram).
Acoustic model (Transformer / Conformer).
Language model (re-score outputs).
Decoding (beam search; streaming for real-time).
PIPELINE
5 stages
All hidden behind one API call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ASR pipeline — five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Audio to text, step by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Production ASR — 4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English-only → Whisper. Indic → Bhashini. Real-time → Deepgram.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English-only → Whisper. Indic → Bhashini. Real-time → Deepgram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TTS — three generations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Voice cloning brings new fraud risks — ₹280 crore in FY25 voice-fraud attempts at Indian banks.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TTS — three generations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Voice cloning brings new fraud risks — ₹280 crore in FY25 voice-fraud attempts at Indian banks.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20-line bilingual 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model = whisper.load_model("large-v3")
result = model.transcribe("call.mp3", language=None)
Auto-detects Hindi, English, or code-switched Hinglish.
Returns segments with timestamps — great for diarisation.
SHIP
20 LOC
Production-grade Hinglish in one evening.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model = whisper.load_model("large-v3")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result = model.transcribe("call.mp3", language=None)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Auto-detects Hindi, English, or code-switched Hinglish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Returns segments with timestamps — great for diarisation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Transcribe your own voice in Hinglish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What's one voice-first product your grandparent would use?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does your current product fall back to text?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Indic language matters most for your target users?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Standard ASR input rate: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8 kHz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16 kHz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44.1 kHz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48 kHz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Standard ASR input rate: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16 kHz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16 kHz mono PCM is production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Language model in ASR: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Replaces acoustic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Re-scores outputs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Does nothing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Creates 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Language model in ASR: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Re-scores outputs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LM fixes homophones; picks grammatically likely phrases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Bhashini sponsor: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Google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Bhashini sponsor: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MeitY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Ministry of Electronics and IT — Indian government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Audio input (16 kHz mono).
Feature extraction (MFCC / mel-spectrogram).
Acoustic model (Transformer / Conformer).
Language model (re-score outputs).
Decoding (beam search; streaming for real-time).
PIPELINE
5 stages
All hidden behind one API call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"Build accordingly."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ASR pipeline — five stages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Production ASR — 4 options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TTS — three generations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20-line bilingual ASR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Hinglish transcription 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5-minute mixed call; Whisper vs Bhashini.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Record.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Transcribe both.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Score word-error-rate.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comparison.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WER table on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"Build accordingly."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Reinforcement Learning.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