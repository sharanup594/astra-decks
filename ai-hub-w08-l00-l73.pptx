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5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fairness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sources of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10-minute fairness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Bias · Fairness ·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Apple Card offered lower limits to women with identical profiles (2019). Amazon's AI penalised "women's" on resumes (2018). An Indian police face-rec system had 94% false-positive rate on dark-skinned suspects (2022). Each cost its company brand + money + regulatory scrutiny.
Which of these systems would you have...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Apple Card. Amazon hiring. Indian policing. Three tens-of-crores mistakes.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Name the 5 pillars of AI ethics.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Define 3 fairness metrics.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Identify sources of bias.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a fairness audit in 10 minutes.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an ethics impact statement.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5 pillars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Every production AI has a named owner per pillar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fairness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IMPOSSIBILITY: you cannot satisfy all three unless base rates are equal. Pick one — document why.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 sources of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Know which yours has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10-minute fairness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fairlearn + aif360 automate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5 pillars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Every production AI has a named owner per pillar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5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Fairness — similar inputs, similar outputs across groups.
Accountability — someone owns the failures.
Transparency — users + regulators understand the system.
Privacy — personal data protected throughout pipeline.
Safety — no harm through misuse or failure.
OWN IT
5 pillars
Diffuse ownership = no ownership.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5 pillars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Every production AI has a named owner per pillar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fairness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IMPOSSIBILITY: you cannot satisfy all three unless base rates are equal. Pick one — document why.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IMPOSSIBILITY: you cannot satisfy all three unless base rates are equal. Pick one — document why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5 sources of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Historical — the world that made the data is biased.
Representation — groups under-sampled.
Measurement — features correlate with group membership.
Aggregation — one model for diverse populations.
Deployment — used in ways designers didn't intend.
DIAGNOSE
Source before fix
Mis-diagnosed bias → wrong mitigation.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5 sources of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Know which yours has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10-minute fairness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1. Identify protected attributes.
2. Compute outcome rates per group.
3. Confusion matrices per group.
4. Pick fairness metric; compute.
5. Document findings + mitigations.
TOOLS
fairlearn + aif360
From Microsoft + IBM; open-source.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1. Identify protected attributes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2. Compute outcome rates per group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3. Confusion matrices per group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4. Pick fairness metric;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Can all three fairness metrics be satisfied?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 unless base rates equal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in small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Can all three fairness metrics be satisfied?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Never unless base rates equal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Mathematically impossible with unequal base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Top Indian fairness libraries: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sklearn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fairlearn + aif360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TensorFlow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PyTorch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Top Indian fairness libraries: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fairlearn + aif360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From Microsoft + IBM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Historical bias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World that made the data was biased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Training bug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DB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Historical bias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World that made the data was biased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Data reflects biased historical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Fairness — similar inputs, similar outputs across groups.
Accountability — someone owns the failures.
Transparency — users + regulators understand the system.
Privacy — personal data protected throughout pipeline.
Safety — no harm through misuse or failure.
OWN IT
5 pillars
Diffuse ownership = no ownership.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5 pillars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fairness metrics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5 sources of bias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10-minute fairness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Audits are the new normal.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"Every production AI will be audited. Build the audit in from day one."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2 — AI Governance.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