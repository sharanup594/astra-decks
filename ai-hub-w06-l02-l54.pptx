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3 clouds side-by-side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DPDP + residency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Core AI services you actually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Typical Indian AI startup — ₹ 2.45...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Picking framework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6   /   LESSON 3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AWS · Azure · GCP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Pick right, and you focus on product. Pick wrong, and the company dies on compute. DPDP adds residency rules; customer preferences shape choices; team skills decide velocity.
What would your startup's cloud bill be if 50k users queried your app daily?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30–50% of an Indian AI startup's tech budget is cloud.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Compare AWS, Azure, GCP for ML.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Core AI services of each.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Deploy with SageMaker / Azure ML / Vertex.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Choose cloud by skills + residency + customer.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Estimate monthly bill for Indian AI startup.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3 clouds side-by-side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DPDP + residency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The 2023 Indian law that shapes architecture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Core AI services you...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Mapping across vendors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Typical Indian AI startup —...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LLM costs DOMINATE. Optimise there FIRST before touching infra.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3 clouds side-by-side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3 clouds side-by-side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3 clouds side-by-side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DPDP + residency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Significant personal data MUST stay in India.
Always deploy in Mumbai region by default.
Verify LLM API routing passes through India.
Encryption at rest + in transit — always.
DEFAULT
ap-south-1
Mumbai first; other regions with legal sign-off.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Significant personal data MUST stay in India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Always deploy in Mumbai region by default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Verify LLM API routing passes through India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Encryption at rest + in transit — always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Core AI services you actually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Notebooks: SageMaker Studio / Azure ML / Vertex Workbench.
Training: SageMaker Training / Azure ML Jobs / Vertex Training.
Registry: 3 equivalents.
Endpoints: 3 equivalents.
LLMs: Bedrock / Azure OpenAI / Vertex Model Garden.
ONE-TO-ONE
Services map
Pick by team skill + pricing.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Core AI services you actually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Mapping across vendors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Typical Indian AI startup — ₹ 2.45 lakh/month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LLM costs DOMINATE. Optimise there FIRST before touching infra.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LLM costs DOMINATE. Optimise there FIRST before touching infra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Price your W5-P1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of the 3 clouds would YOUR customers prefer?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would DPDP bite if you chose a non-Mumbai region?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lever (compute vs LLM) would you attack first?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SageMaker equivalent on GCP: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Azure 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Vertex 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MLflow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DVC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SageMaker equivalent on GCP: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Vertex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Vertex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Default region for Indian personal data: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us-east-1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ap-south-1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eu-west-1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global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Default region for Indian personal data: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ap-south-1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Mumbai — DPDP residency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Biggest cost line for a typical Indian AI startup: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Infra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LLM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Biggest cost line for a typical Indian AI startup: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LLM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Often 50-70% of cloud bill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A team applies the lesson's main idea to a real workflow — and the results show up within a quarter.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"And your customers already trust."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3 clouds side-by-side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DPDP + residency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Core AI services you...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Typical Indian AI startup —...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Cloud cost estimate for W5-P1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Price your knowledge assistant across AWS, Azure, GCP at 5k queries/day.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Compute sizing.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LLM API cost.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Storage + networking.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Monthly total × 3 clouds.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559612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48640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Recommendation + why.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Spreadsheet + 2-sentence recommendation.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"And your customers already trust."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6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4 — Monitoring + drift detection.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6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