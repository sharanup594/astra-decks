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reproducibility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Reproduction 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common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When to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Responsible sharing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The lab bench of ML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Reproduction is the weightlifting of ML. It exposes silent assumptions — the hyperparameter the author forgot, the seed that changed behaviour, the figure that was cherry-picked. It is the fastest way to become respected in AI.
Which paper do you wish you had reproduced last year?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You can read 100 papers and not understand one. Reproduce 1 and everything clicks.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5 reproducibility signals.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reproduction scaffold.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Debug 5 common failures.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Decide when to stop.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shareable reproduction repo.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reproducibility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Reproduction scaffold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Boring wins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common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When to 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Senior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5 reproducibility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reproducibility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reproducibility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Reproduction scaffold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Fork + pin commit hash.
Docker / Colab environment.
Set ONE seed across torch, numpy, random.
Run the smallest config first.
Log every number to W&amp;B or CSV.
SETUP
Boring
Reproducibility is discipline.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Fork + pin commit hash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Docker / Colab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Set ONE seed across torch, numpy, random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Run the smallest config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common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common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When to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Within 5% of reported number → stop + publish.
Stuck 3 days on environment → ask + move on.
Paper irreducibly missing → file an issue, pivot.
Out-of-compute → reproduce at smaller scale + disclose.
STOP
5% rule
Perfection kills publication.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Within 5% of reported number → stop + publish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Stuck 3 days on environment → ask + move on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Paper irreducibly missing → file an issue, pivot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Out-of-compute → reproduce at smaller scale + disclose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 a repro scaffold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reproducibility signal do your own projects fail 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deviation are you afraid to disclose?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paper could you reproduce in 2 hours?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Biggest reproducibility signal: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Twitter followers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Code released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Press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Biggest reproducibility signal: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Code released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Code is decisive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Seed count for credible results: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≥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Seed count for credible results: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≥ 3 seeds → mean + std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Accept gap: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Accept gap: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Within 5% → stop +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reproducers become the reviewers become the researchers."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reproducibility signals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Reproduction scaffold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common failures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When to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Plan your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a paper for Saturday's P1.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Score 5 signals.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Draft a 2-hour scaffold.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Share pick on LMS forum.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URL by Sat.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reproducers become the reviewers become the researchers."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Landmark Papers.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