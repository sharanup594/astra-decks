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NaN is not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strategies — pick with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dtype conversion — the quiet...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Duplicates — decide before you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String cleaning with .str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2   /   LESSON 4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Myntra analyst once dropped 12 lakh "duplicate" rows that turned out to be legitimate re-orders. Revenue was under-reported for a week. Cleaning is decision-making — not pattern-matching.
What will you log the next time you call df.drop_duplicates?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12 lakh "duplicates" — all real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Detect and count missing values per column.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Decide between dropna, fillna, interpolate with rationale.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Convert columns to the correct dtype.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Detect and remove only the RIGHT duplicates.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Produce a cleaning log a reviewer can audit.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NaN is not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first concept to internalise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strategies — pick...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Never silently dropna() a whole frame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dtype conversion — the...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Converting 1M-row category from object usually cuts memory 90%+ and speeds groupby 3–5×.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Duplicates — decide before...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Ask: are these duplicates real or bad data?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NaN is not zero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first concept to internalise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NaN is not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NaN means "unknown". It is NOT 0.
NaN + 1 = NaN.  NaN == NaN is False.
In pandas, NaN is a float by default.
Need a missing int? Use the capital-I "Int64" dtype.
WARNING
NaN ≠ 0
Silent NaNs ruin averages, counts, and joins.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NaN is not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first concept to internalise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strategies — pick with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Drop rows: when a column is critical AND missing rate is low.
Impute: continuous column with missing-at-random — use median or mean.
Interpolate: time-ordered data — prices, sensor readings.
Leave + flag: if missingness is itself a signal (e.g. spouse_name).
SENIOR HABIT
Log every drop
Silent cleaners are not trusted with production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Drop rows: when a column is critical AND missing rate is low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Impute: continuous column with missing-at-random — use median or mean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Interpolate: time-ordered data — prices, sensor readings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Leave + flag: if missingness is itself a signal (e.g. spouse_name)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dtype conversion — the quiet productivity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Converting 1M-row category from object usually cuts memory 90%+ and speeds groupby 3–5×.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dtype conversion — the quiet...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Converting 1M-row category from object usually cuts memory 90%+ and speeds groupby 3–5×.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Duplicates — decide before you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df.duplicated().sum() — fully identical rows.
df.duplicated(subset=["order_id"]).sum() — duplicates on a business key.
Two real orders of the same item are not dupes — do not drop them.
df.drop_duplicates(subset=["order_id"], keep="first") — targeted drop.
RULE
Why before drop
"They look duplicated" is never enough.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df.duplicated().sum() — fully identical rows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df.duplicated(subset=["order_id"]).sum() — duplicates on a business key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Two real orders of the same item are not dupes — do not drop them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df.drop_duplicates(subset=["order_id"], keep="first") — targeted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Drop or impute — defend your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Given: 0.8% missing in "email"; 42% missing in "spouse_name"; 5% missing in "salary". Propose a strategy for 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Given: 0.8% missing in "email"; 42% missing in "spouse_name"; 5% missing in "salary"....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Defend each choice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Room votes; facilitator moderates.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A cleaning decision you regret making silently in the past?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four cleaning strategies will you default to this week?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Will you log your drops from now on? Why or why not?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NaN == NaN evaluates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NaN == NaN evaluates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NaN is never equal to anything, including itself. Use .isna() to 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pd.to_numeric(s, errors="coerce") on ["1","2","abc"]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[1,2,"abc"]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[1,2,NaN]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[1,2,0]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pd.to_numeric(s, errors="coerce") on ["1","2","abc"]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[1,2,NaN]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coerce → bad values become NaN; numeric ones parse normally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Converting 1M-row object city column → category typically: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Doubles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Saves ~10%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Saves ~90%+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Converting 1M-row object city column → category typically: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Saves ~90%+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Category stores an integer code per row + a single lookup table of unique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NaN means "unknown". It is NOT 0.
NaN + 1 = NaN.  NaN == NaN is False.
In pandas, NaN is a float by default.
Need a missing int? Use the capital-I "Int64" dtype.
WARNING
NaN ≠ 0
Silent NaNs ruin averages, counts, and joins.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"Silent cleaners are not trusted with production data. The log is your proof of intent."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NaN is not zero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strategies — pick...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dtype conversion — the...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Duplicates — decide before...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5-step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Take any messy CSV (Kaggle Titanic if you need one). Clean it in five intentional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Count missing per column.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Decide: drop / impute / interpolate / flag for each.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Coerce dtypes.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Dedup on a business key.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Keep a cleaning log at the top of the notebook.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URL + cleaning log in the README.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"Silent cleaners are not trusted with production data. The log is your proof of intent."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Joins, GroupBy, Pivot. Where clean data becomes business answers.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