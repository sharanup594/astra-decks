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Training-serving skew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a feature store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Feature store landscape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DVC — Git for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6   /   LESSON 5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One source of truth for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Same model. Same features. DIFFERENT code paths — offline in a notebook, online in a microservice. Subtle rounding, missing-value handling, time-window definition. Welcome to training-serving skew — the silent killer.
Have you ever shipped a model whose production score surprised you?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Offline model: 0.91 F1. Production: 0.84. Three weeks of panic.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Training-serving skew.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What a feature store does.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Feast · Tecton · SageMaker · Databricks.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DVC for dataset versioning.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Design a feature store for V-Align.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Training-serving skew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silent killer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What a feature store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Five duties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Feature store landscape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DVC — Git for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Code versioning, extended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Training-serving skew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silent killer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Training-serving skew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Training path: Jupyter notebook math.
Serving path: production microservice math.
Subtle differences compound; model's live accuracy drops.
Fix: SAME code computes BOTH.
CURE
One definition
Feature store guarantees the same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Training-serving skew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silent killer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What a feature store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Single source of truth for definitions.
Serves both offline + online from same code.
Handles point-in-time joins.
Versions feature definitions.
Monitors feature freshness + quality.
MAGIC
Same code both ways
Skew disappears.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Single source of truth for definitions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Serves both offline + online from same code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Handles point-in-time joins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Versions feature definitions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Feature store landscape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Feature store landscape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DVC — Git for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dvc init alongside git.
dvc add &lt;file&gt; → metadata in git, data in S3.
dvc push / pull — like git for binary.
Each commit pins a data version.
GUARANTEE
Reproduce any past run
git checkout + dvc pull.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dvc init alongside git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dvc add &lt;file&gt; → metadata in git, data in S3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dvc push / pull — like git for binary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Each commit pins a data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Pause and reflect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will you apply this in your next project?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was the single biggest 'aha' from this lesson?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habit will you start using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Point-in-time join prevents: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Future label leakage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Typos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Point-in-time join prevents: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Future label leakage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Joins features AS-OF a specific timestamp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Feast 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Managed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Open-source feature 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Model registry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Vector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Feast 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Open-source feature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Open-source feature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DVC augments: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Git for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K8s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DVC augments: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Git for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Git handles code; DVC handles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Training path: Jupyter notebook math.
Serving path: production microservice math.
Subtle differences compound; model's live accuracy drops.
Fix: SAME code computes BOTH.
CURE
One definition
Feature store guarantees the same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right tool, applied to the right problem, beats the loudest idea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Training-serving skew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What a feature store does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Feature store landscape 2026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DVC — Git for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Define features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"Serve from that definition forever."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Lesson 6 — A/B testing ML.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Knowing the right tool is half the battle. Doing the small thing today is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