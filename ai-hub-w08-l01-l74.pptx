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DPDP 2023 — India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EU AI Act — 4 tiers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12-item Responsible AI checklist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Consent flow — 30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Analogy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8   /   LESSON 2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DPDP · EU AI Act · Responsible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If you're building AI in 2026, three regimes apply simultaneously — DPDP (India), GDPR (EU), EU AI Act. Non-compliance isn't a lawyer's problem; it's an architectural choice the ENGINEER makes on day one.
Which of these three laws have you actually read?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2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₹250 crore. Per violation. Under DPDP.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India's DPDP 2023 requirements.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EU AI Act 4 risk tiers.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Distinguish GDPR · DPDP · EU AI Act.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Implement consent flows.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Build Responsible AI checklist.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DPDP 2023 —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7 requirements engineers must know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EU AI Act — 4 tiers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If EU users touch your system AT ALL, the Act applies. Jurisdiction follows the user.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12-item Responsible AI...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Engineer-facing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Consent flow — 30 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Explicit, scoped, revocable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DPDP 2023 — India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7 requirements engineers must know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DPDP 2023 — India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Consent: clear, specific, revocable.
Purpose limitation: no feature creep.
Data minimisation: collect only what's needed.
Data-principal rights: access, correction, erasure, portability.
Significant DPDP — DPO + DPIA required.
Mumbai residency for significant personal data.
Penalty: ₹250 crore per violation.
INDIA LAW
DPDP 2023
Every Indian-user product must comply.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DPDP 2023 —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7 requirements engineers must know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EU AI Act — 4 tiers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EU users touch your system AT ALL, the Act applies. Jurisdiction follows the user.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If EU users touch your system AT ALL, the Act applies. Jurisdiction follows the user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12-item Responsible AI checklist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Clear consent + opt-out.
Data residency (Mumbai for Indian).
Fairness audit on 3+ attributes.
SHAP/LIME for high-stakes.
Model card published.
Audit log per decision.
Incident response plan.
Human-in-the-loop for irreversibles.
Quarterly bias re-evaluation.
DPO contact public.
DPIA filed for high-risk.
Quarterly review of all above.
12 ITEMS
Print + post
In every AI team's wiki.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12-item Responsible AI checklist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Engineer-facing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Consent flow — 30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Record consent with user_id + purpose + timestamp + version.
Revoke-at timestamp.
Query by purpose before any processing.
Audit trail readable by DPO.
BUILD
Consent table
Not "I agree" checkbox alone.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Record consent with user_id + purpose + timestamp + version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Revoke-at timestamp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Query by purpose before any processing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Audit trail readable by DPO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Pause and reflect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will you apply this in your next project?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was the single biggest 'aha' from this lesson?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habit will you start using this week?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EU AI Act banned tier: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Minimal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Limited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Unacceptable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EU AI Act banned tier: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Unacceptable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Unacceptable practices cannot be deployed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Does EU AI Act apply to Indian company?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Never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if registered in EU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If it serves EU users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Only for Big Tech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Does EU AI Act apply to Indian company?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If it serves EU users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Jurisdiction follows the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DPIA stands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 Protection Impact Assessment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Digital Protection Indian Act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Data Privacy Internal Audit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Director Privacy 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DPIA stands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Data Protection Impact Assessment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Mandatory for high-risk 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Consent: clear, specific, revocable.
Purpose limitation: no feature creep.
Data minimisation: collect only what's needed.
Data-principal rights: access, correction, erasure, portability.
Significant DPDP — DPO + DPIA required.
Mumbai residency for significant personal data.
Penalty: ₹250 crore per violation.
INDIA LAW
DPDP 2023
Every Indian-user product must comply.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The right tool, applied to the right problem, beats the loudest idea every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DPDP 2023 — India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EU AI Act — 4 tiers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12-item Responsible AI...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Consent flow — 30 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Compliance is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"If your AI can't explain itself to a regulator, it shouldn't be in production."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Lesson 3 — Explainable AI.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Knowing the right tool is half the battle. Doing the small thing today is the other half.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8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8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