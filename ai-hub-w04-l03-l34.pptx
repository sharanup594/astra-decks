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Why time-series is different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Three forecasters — when to pick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Lag + rolling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From forecast to alert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4   /   LESSON 4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Time-Series Forecasting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10 kHz vibration sensors. An LSTM + anomaly detector flags bearing failure 72 hours ahead. Unplanned downtime dropped 41%. Today we build the forecasting core.
What is the one time-series you personally produce every day?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Reliance Jamnagar: ₹30 crore saved per refinery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10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41%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Decompose a series into trend + seasonality + residual.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Choose between ARIMA, Prophet, and LSTM.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Engineer lag and rolling-window features.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Forecast with confidence intervals.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Integrate a forecast into a predictive-maintenance alert.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Why time-series is different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Leakage and splits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Decomposition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Trend + seasonality + residual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Three forecasters — when to...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Gradient-boosted trees on lag features often beat LSTMs at small scale.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Lag + rolling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Cheap, powerful, interpretable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Why time-series is different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Leakage and splits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Why time-series is different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Rows are NOT independent.
Train = past; test = future. Never random-split.
Metrics must respect temporal order.
Feature engineering uses only past values.
CARDINAL RULE
Never random-split
Random splits leak the future into the training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Why time-series is different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Leakage and splits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Trend — long-run direction.
Seasonality — repeating pattern (weekly, yearly).
Residual — unexplained; what the model must capture.
statsmodels.seasonal_decompose in 2 lines.
FIRST STEP
Plot all three
The shape dictates the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Trend — long-run direction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Seasonality — repeating pattern (weekly, yearly)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Residual — unexplained; what the model must capture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statsmodels.seasonal_decompose in 2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Three forecasters — when to pick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Gradient-boosted trees on lag features often beat LSTMs at small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Three forecasters — when to pick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Gradient-boosted trees on lag features often beat LSTMs at small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Lag + rolling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df["lag_1"]  = df["value"].shift(1)
df["lag_7"]  = df["value"].shift(7)
df["roll_30_mean"] = df["value"].rolling(30).mean()
Feed into LightGBM — fast to train, easy to debug.
RULE
Lags only use past
Compute on a time-ordered frame; never shuffle before.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df["lag_1"]  = df["value"].shift(1)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df["lag_7"]  = df["value"].shift(7)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df["roll_30_mean"] = df["value"].rolling(30).mean()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Feed into LightGBM — fast to train, easy to debug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Decompose a real series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have you seen a random-split leak the future?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model would you start with on Flipkart BBD data?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confidence band matters for your project?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never random-split a time series?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Future leaks into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Bug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never random-split a time series?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Future leaks into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Evaluation becomes dishonest; the model is not actually forecasting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Daily sales typical seasonality: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Every 2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Weekly (7)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Monthly (30)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Annual (365)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Daily sales typical seasonality: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Weekly (7)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Weekday/weekend cycle dominates most retail 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Prophet shines when: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 is clean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 has holidays + missing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 is tiny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 is i.i.d.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Prophet shines when: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Data has holidays + missing values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Prophet's additive model handles holidays and gaps gracefully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Rows are NOT independent.
Train = past; test = future. Never random-split.
Metrics must respect temporal order.
Feature engineering uses only past values.
CARDINAL RULE
Never random-split
Random splits leak the future into the training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"Those habits survive production. The model is negotiable; the habits are not."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Why time-series is different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Decomposition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Three forecasters — when to...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Lag + rolling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forecast Bangalore AQI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Use Prophet or LightGBM + lag features to forecast daily AQI for 7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Download Bangalore AQI history.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Train on 80% (temporally earliest).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Forecast the next 7 days with a 95% CI.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 forecast plot + 3-sentence interpretation.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Forecast plot + short interpretation on the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"Those habits survive production. The model is negotiable; the habits are not."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5 — React Fundamentals. Bind your prediction API to a UI.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