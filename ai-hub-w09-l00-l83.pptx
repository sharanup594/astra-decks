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Indian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 flagship Indian companies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Regulatory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 India-specific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AIIMS stroke triage —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9   /   LESSON 1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Diagnostics · Drug Discovery · Hospital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India cannot train enough doctors fast enough. Add: 70% rural population, linguistic diversity, fragmented EHRs. Healthcare AI is the most leveraged work an Indian AI engineer can do — touches the lives of 800 million.
Which family member's healthcare would AI most improve?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0.8 doctors per 1,000 Indians. AI is existential, not optional.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800 million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5 Indian healthcare AI companies + products.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CDSCO classification for diagnostic AI.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3 India-specific data challenges.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Privacy frameworks (ABHA, DISHA).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AI system for an Indian pain point.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Indian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Market + urgency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6 flagship Indian companies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Regulatory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3 India-specific challenges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Not seen abroad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Indian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Market +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Indian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Healthcare AI: $1.6B (2024) → $8B (2030).
Fastest-growing AI vertical in India.
Tier-2/3 clinics lack specialists.
AI as bridge, not replacement.
GROWTH
5× in 6 years
Fastest AI vertical in India.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Indian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Market + urgency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6 flagship Indian companies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Regulatory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Regulatory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3 India-specific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Fragmented EHR — each hospital own system.
Skin-tone diversity — model bias.
Linguistic diversity — Hindi/Tamil/Bengali patient history.
UNIQUE
3 gaps
Opportunity for Indian-first products.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Fragmented EHR — each hospital own system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Skin-tone diversity — model bias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Linguistic diversity — Hindi/Tamil/Bengali patient history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UNIQUE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Design an AI for ONE pain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Present to partner in 2 min.</a:t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Indian healthcare AI company would you want to join?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regulatory step would slow your startup most?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does "Bharat-first" change your design?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Doctor-to-population ratio in India: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0.8 per 1,000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2.4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Doctor-to-population ratio in India: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0.8 per 1,000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Low-resource ratio that makes AI essential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CDSCO class for diagnostic AI: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B/C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Unregulated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CDSCO class for diagnostic AI: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B/C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Risk-based classification; 12-18 mo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ABHA stands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Any Basic Health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Ayushman Bharat Health Account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Advanced 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ABHA stands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Ayushman Bharat Health Account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National digital health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Healthcare AI: $1.6B (2024) → $8B (2030).
Fastest-growing AI vertical in India.
Tier-2/3 clinics lack specialists.
AI as bridge, not replacement.
GROWTH
5× in 6 years
Fastest AI vertical in India.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"The AI work that touches 800 million lives starts in rural clinics."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Indian opportunity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6 flagship Indian companies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Regulatory stack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3 India-specific challenges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Research one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500-word deep-dive.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Pick Qure/Niramai/SigTuple etc.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Pain + product + business model + regulatory path.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500 words on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"The AI work that touches 800 million lives starts in rural clinics."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2 — FinTech.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