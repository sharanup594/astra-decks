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CSV — the lingua franca and its traps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Excel — the CFO's native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SQL — where enterprise data lives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JSON — API responses and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Write-back — same API out as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2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Reading Data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Silent defaults in read_csv are the #1 source of production data bugs. By the end of this lesson, no default will surprise you again.
Have you ever seen "007" become 7 in a CSV? Show of hands. We fix that today.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Four file formats. Four different traps. One day of your life saved.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Read a CSV with correct encoding, separators, and dtypes.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Read a multi-sheet Excel file with pandas.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Query a SQLite database with pd.read_sql.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Parse nested JSON with json_normalize.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Round-trip a DataFrame through all four formats.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CSV — the lingua franca and...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Read with explicit parameters, always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Excel — the CFO's native...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Multi-sheet, header-skip, cell-range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SQL — where enterprise data...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Push filters into SQL, not pandas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JSON — API responses and...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Flat vs nested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CSV — the lingua franca and...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Read with explicit parameters, 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CSV — the lingua franca and its traps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encoding="utf-8-sig" — Indian characters + BOM handling.
parse_dates=["order_date"] — dates parsed, not strings.
dtype={"id": str} — preserve leading zeros.
na_values=["--","N/A","null"] — catch non-standard missing.
chunksize=100_000 — stream large files in chunks.
RULE
No silent defaults
Every read_csv call should be intentional.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CSV — the lingua franca and its traps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Read with explicit parameters, always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Excel — the CFO's native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pd.read_excel("s.xlsx", sheet_name=None) → dict of DataFrames.
pd.read_excel("s.xlsx", sheet_name="Q1", header=2) — skip title rows.
usecols="A:D" — column range.
to_excel("out.xlsx", index=False) — no row index.
AUDIENCE
Finance teams
Excel in, Excel out. Python is the bridge.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pd.read_excel("s.xlsx", sheet_name=None) → dict of DataFrames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pd.read_excel("s.xlsx", sheet_name="Q1", header=2) — skip title rows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usecols="A:D" — column range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to_excel("out.xlsx", index=False) — no row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SQL — where enterprise data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con = sqlite3.connect("shops.sqlite")
df = pd.read_sql("SELECT * FROM orders WHERE city='Bangalore'", con)
df.to_sql("out", con, index=False, if_exists="replace")
Large tables: ALWAYS WHERE-clause early.
RULE
Filter in SQL
50k filtered rows beat 50M read-then-filtered, every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SQL — where enterprise data lives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Push filters into SQL, not pandas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JSON — API responses and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Flat: pd.read_json("orders.json").
Nested: from pandas import json_normalize.
json_normalize(data, record_path="items", meta="order_id") — one row per item.
Never hand-loop to flatten. Use json_normalize.
STAR
json_normalize
Two-week bugs disappear when you use the right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Flat: pd.read_json("orders.json")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Nested: from pandas import json_normalize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json_normalize(data, record_path="items", meta="order_id") — one row per item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Never hand-loop to flatten. Use json_normalize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Load the same data from all four formats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four formats have you actually used in anger?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did a silent default bite you in the past?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format will be most common in your first real job?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To fix Indian characters garbled in CSV, set: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sep=";"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encoding="utf-8-sig"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dtype=str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header=0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To fix Indian characters garbled in CSV, set: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encoding="utf-8-sig"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utf-8-sig handles Indian character encoding + BOM correctly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pd.read_excel(sheet_name=None) returns: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dict of DataFrames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pd.read_excel(sheet_name=None) returns: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dict of DataFrames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None as the sheet_name returns a dictionary of {sheet: DataFrame}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 50M-row SQL table needs filtering to one city. Where?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Read all; filter in pandas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Filter in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Read in chunks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Skip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 50M-row SQL table needs filtering to one city. Where?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Filter in 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Push the WHERE clause into SQL — 100× faster than in-memory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encoding="utf-8-sig" — Indian characters + BOM handling.
parse_dates=["order_date"] — dates parsed, not strings.
dtype={"id": str} — preserve leading zeros.
na_values=["--","N/A","null"] — catch non-standard missing.
chunksize=100_000 — stream large files in chunks.
RULE
No silent defaults
Every read_csv call should be intentional.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"One DataFrame, four interfaces. The data scientist who masters all four moves fastest."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CSV — the lingua franca and...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Excel — the CFO's native...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SQL — where enterprise data...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JSON — API responses and...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round-trip one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Pick any dataset. Write it out to all four formats; read all four back; assert they produce identical DataFrames.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Start with a cleaned DataFrame from Lesson 4.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.csv, .xlsx, .sqlite, .json.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Read each back into a new DataFrame.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pd.testing.assert_frame_equal between each pair.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Notebook URL + screenshot of all four asserts passing.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"One DataFrame, four interfaces. The data scientist who masters all four moves fastest."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Project — Indian E-commerce Wrangling. All four formats, one analysis, 90...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