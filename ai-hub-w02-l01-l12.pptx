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ndarray — the atom of 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Vectorisation — the magic trick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Broadcasting — the part that feels like...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Vectorisation cheat 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Slicing, masking, indexing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2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NumPy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 Python list of 1 million ints is a million pointers to boxed objects. A NumPy array is one contiguous block. Same maths. Not the same speed.
We run %timeit live in 8 minutes. Predict the ratio. Winner gets a V-Align sticker.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80× faster — in one line of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1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8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Create ndarrays of four common shapes and dtypes.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Replace a Python for-loop with a vectorised expression.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Apply broadcasting rules to different shapes.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Measure a speed-up with %timeit and report it.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why NumPy underlies pandas, sklearn, PyTorch.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ndarray — the atom of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Shape + dtype + one contiguous memory 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Vectorisation — the magic...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array-wide operation; zero Python loops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Broadcasting — the part...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Right-align shapes; each dim must be equal or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Vectorisation cheat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Every loop on a numeric array is a candidate for vectorisation.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ndarray — the atom of NumPy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Shape + dtype + one contiguous memory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ndarray — the atom of NumPy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np.array([1,2,3]) — from any iterable.
np.zeros((3,4)) / np.ones((3,4)) — of any shape.
np.arange(0,10,0.5) — NumPy's range.
np.linspace(0,1,11) — n evenly spaced points.
ALWAYS CHECK
shape · ndim · size · dtype
Four attributes catch 90% of bugs before they happen.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ndarray — the atom of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Shape + dtype + one contiguous memory 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Vectorisation — the magic trick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+ 5 applies to every element. No for-loop.
a * b multiplies element-wise.
np.sqrt(a) applies to every element.
The loop runs in C; Python never sees it.
EXPECT
80×–120× faster
On a million-element array, vectorised expressions beat Python loops by two orders of magnitude.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+ 5 applies to every element. No for-loop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* b multiplies element-wise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np.sqrt(a) applies to every element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loop runs in C; Python never sees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Broadcasting — the part that feels like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(3,4) + (4,) → broadcasts to (3,4).
(3,4) + (3,1) → broadcasts to (3,4).
(3,4) + (3,) → ERROR. Shapes misalign.
Mental model: pad shorter shape with 1s on the LEFT; then compare dimensions right-to-left.
RULE
Equal OR 1
Two aligned dims are compatible iff equal or one is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Broadcasting — the part that feels like...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Right-align shapes; each dim must be equal or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Vectorisation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Every loop on a numeric array is a candidate for vectorisation.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loop on a numeric array is a candidate for vectorisation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Predict the %timeit ratio — Python loop vs NumPy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your past scripts would benefit most from vectorisation?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broadcasting shape combination confuses you most?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One habit you will adopt: "if it's numeric, it's a NumPy array".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np.arange(0,10,2) returns: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[0,2,4,6,8]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[2,4,6,8,10]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[0,1,2,...,10]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[0,5]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np.arange(0,10,2) returns: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[0,2,4,6,8]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arange stops BEFORE the stop value. Step of 2 from 0 → 0,2,4,6,8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Shape (3,4) + shape (4,) — result?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(3,4)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(4,4)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(3,1)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Shape (3,4) + shape (4,) — result?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(3,4)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(4,) broadcasts as (1,4), compatible with (3,4) → result (3,4)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is a NumPy int64 array more memory-efficient than a Python list of ints?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Shorter names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Contiguous raw bytes vs list of boxed objects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NumPy compresses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Python is lazy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is a NumPy int64 array more memory-efficient than a Python list of ints?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Contiguous raw bytes vs list of boxed objects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List entries are full PyObjects (headers + pointer). NumPy packs raw 8-byte ints contiguously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np.array([1,2,3]) — from any iterable.
np.zeros((3,4)) / np.ones((3,4)) — of any shape.
np.arange(0,10,0.5) — NumPy's range.
np.linspace(0,1,11) — n evenly spaced points.
ALWAYS CHECK
shape · ndim · size · dtype
Four attributes catch 90% of bugs before they happen.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"Every Python ML library — pandas, sklearn, PyTorch, Hugging Face — is built on NumPy. Learn once; use forever."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ndarray — the atom of NumPy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Vectorisation — the magic...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Broadcasting — the part...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Vectorisation cheat 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vectorise a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Recreate Lesson-1 grade calculation using NumPy arrays. Run both old (loop) and new (vectorised) versions.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Load the data into an ndarray.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Compute per-student average using vectorised mean(axis=1).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%timeit both versions on 200 and on 200,000 rows.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Report the speed-up.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with two %timeit cells and a 2-line comment on what you observed.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"Every Python ML library — pandas, sklearn, PyTorch, Hugging Face — is built on NumPy. Learn once; use forever."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pandas Essentials. Series, DataFrame, indexing.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