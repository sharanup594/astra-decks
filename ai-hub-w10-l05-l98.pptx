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Modern AI squad — 5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Structural PM-ML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Weekly operating rhythm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India AI-engineer JD — anchor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6-person squad topology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10   /   LESSON 6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Hiring, rituals and operating rhythm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India has no shortage of ML talent and no shortage of PMs. Yet AI products stall because the two tribes measure success differently. A modern AI squad is a structure, not a vibe — roles, rituals and rhythms codified.
When did your last PM-ML disagreement turn into a missed ship date?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AI products die in the gap between ML and Product.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5 roles on a modern AI squad.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Why ML+Product conflict is structural.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Run a weekly AI operating rhythm.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Write an AI-engineer JD for Indian market.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 6-person squad topology.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Modern AI squad — 5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Structural PM-ML conflict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Not personal, just incentives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Weekly operating rhythm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4 rituals, 4 hours total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India AI-engineer JD —...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Modern AI squad — 5 roles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Modern AI squad — 5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Modern AI squad — 5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Structural PM-ML conflict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PM optimises for shipping + users.
ML optimises for robustness + papers.
Shared metrics + shared demos dissolve it.
Weekly paired-review is the cure.
ROOT
Incentives
Design them aligned.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PM optimises for shipping + users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ML optimises for robustness + papers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Shared metrics + shared demos dissolve it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Weekly paired-review is the cure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Weekly operating rhythm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Mon — Metric review (30 min).
Wed — Eval + bet status (60 min).
Fri — Demo day (60 min).
Fri — Retro + next-week plan (60 min).
CADENCE
4 × 4
Everything else is async.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Weekly operating rhythm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4 rituals, 4 hours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India AI-engineer JD — anchor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Sketch a 6-person squad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structural incentive misaligns your team today?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ritual would you add or remove?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Who is the one hire that would change everything?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AI PM owns: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Problem + metrics + roadmap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GPU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Salaries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AI PM owns: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Problem + metrics + 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PM owns the "what" and "why"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PM-ML conflict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Personal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Structural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Myth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PM-ML conflict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Structural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Incentive 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Weekly demo day is 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Weekly demo day is 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Fri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End-of-week rhythm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"Talent without rhythm is noise; rhythm without talent is bureaucracy."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Modern AI squad — 5 roles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Structural PM-ML conflict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Weekly operating rhythm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India AI-engineer JD —...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Team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Build the team-topology slide for your Week-10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Draw the 6 roles.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Attach weekly rituals.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Name first hire + why.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1 slide posted on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"Talent without rhythm is noise; rhythm without talent is bureaucracy."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7 — GTM &amp; Launch.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