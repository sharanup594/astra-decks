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L4</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The NLP pipeline</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TF-IDF — "rare but repeated"</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Sparse (TF-IDF) vs Dense (Embeddings)</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Three tasks every team ships</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Spam classifier — 12 lines</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3   /   LESSON 4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NLP Fundamentals</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Sentiment, intent, summarisation, translation, moderation — every product team needs to read text at scale. Today is the foundation under every one of those features.
Is "Bahut bakwaas" spam, praise, or criticism? Text is messy. Pipelines make it production-ready.</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4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India posts ~2 billion Hinglish tweets a year.</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3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Tokenise, lowercase, and strip stopwords from raw text.</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Explain TF-IDF and what it represents.</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Distinguish sparse vectors from dense embeddings.</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Describe 3 NLP tasks and their metrics.</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Build a spam classifier in 12 lines of scikit-learn.</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3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The NLP pipeline</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5 deterministic steps</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TF-IDF — "rare but repeated"</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Weights discriminating words</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Sparse (TF-IDF) vs Dense...</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TF-IDF is your first model. Embeddings are your production system.</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Three tasks every team ships</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Classify · Extract · Summarise</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The NLP pipeline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5 deterministic steps</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The NLP pipeline</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1. Normalise — lowercase, strip punctuation, unicode-clean.
2. Tokenise — split to words or subwords.
3. Remove stopwords (task-dependent).
4. Stem / lemmatise (optional).
5. Vectorise — convert to numbers.
SPINE
Normalise → Vectorise
Same spine from 1995 to 2026. Only the vectoriser changed.</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The NLP pipeline</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5 deterministic steps</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TF-IDF — "rare but repeated"</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TF — how often the word appears in THIS document.
IDF — how rare the word is across the corpus.
TF-IDF = TF × IDF — high when common-here AND rare-elsewhere.
Ruthlessly effective for classification on modest data.
INTUITION
Rare + Repeated
"Return" in a shopping email is TF-IDF gold.</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TF — how often the word appears in THIS document</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IDF — how rare the word is across the corpus</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TF-IDF = TF × IDF — high when common-here AND rare-elsewhere</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Ruthlessly effective for classification on modest data</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Sparse (TF-IDF) vs Dense (Embeddings)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TF-IDF is your first model. Embeddings are your production system.</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Sparse (TF-IDF) vs Dense (Embeddings)</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TF-IDF is your first model. Embeddings are your production system.</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Three tasks every team ships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Classification — one label per document. Metric: F1.
NER (Named Entity Recognition) — extract people, places, dates. Metric: token F1.
Summarisation — shorter version preserving meaning. Metric: ROUGE.
These three cover most industry NLP value.
COVERAGE
3 tasks · 3 metrics
Know these; you can scope 80% of NLP work.</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Classification — one label per document. Metric: F1</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NER (Named Entity Recognition) — extract people, places, dates. Metric: token F1</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Summarisation — shorter version preserving meaning. Metric: ROUGE</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These three cover most industry NLP value</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Clean a Hinglish tweet end-to-end</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Normalise, tokenise, remove stopwords. Compare with partner.</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One pair types their 5-step pipeline on the instructor's screen.</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of the 3 NLP tasks excites you most — and why?</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For YOUR dataset, would TF-IDF or embeddings be a better first model?</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Where might stopword removal actually hurt performance?</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3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TF-IDF assigns high weight to:</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Common words</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Rare words in corpus</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Long words</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Uppercase words</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TF-IDF assigns high weight to:</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Rare words in corpus</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Words that appear often in this doc but rarely elsewhere — the discriminators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Typical OpenAI ada-002 embedding dimension:</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Answer: C.  text-embedding-ada-002 outputs 1536-dim vectors.</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 option)</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Typical OpenAI ada-002 embedding dimension:</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D</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The correct option matches the lesson's core principle.</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Metric for NER:</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MAE</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Token F1</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ROC-AUC</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BLEU</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Metric for NER:</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Token F1</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NER is evaluated at token level — precision and recall per token, then F1</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3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1. Normalise — lowercase, strip punctuation, unicode-clean.
2. Tokenise — split to words or subwords.
3. Remove stopwords (task-dependent).
4. Stem / lemmatise (optional).
5. Vectorise — convert to numbers.
SPINE
Normalise → Vectorise
Same spine from 1995 to 2026. Only the vectoriser changed.</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"Normalise → tokenise → vectorise → classify. Same spine for 30 years. Only the vectoriser changed."</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The NLP pipeline</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TF-IDF — "rare but repeated"</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Sparse (TF-IDF) vs Dense...</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Three tasks every team ships</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3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Mini assignment — Kaggle SMS Spam</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Build a spam / ham classifier on the Kaggle SMS Spam Collection.</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Load the dataset; split 80/20.</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Build the 12-line pipeline.</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Report macro-F1.</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Analyse 3 misclassified examples by hand.</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Deliverable: Notebook URL + macro-F1 + 3-line error analysis on the forum.</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"Normalise → tokenise → vectorise → classify. Same spine for 30 years. Only the vectoriser changed."</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3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3</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5 — Backend with Node.js &amp; REST. The other rail starts here.</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