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three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RLHF exists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Preference data — the strategic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PPO vs DPO vs Constitutional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Failure modes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7   /   LESSON 4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Aligning LLMs to Human Preferences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Same underlying model family. Radically different product. The step that created the gap — RLHF. Today we learn how the most consequential fine-tuning technique of the decade works.
Why does ChatGPT feel like it has "manners" while base GPT-3 doesn't?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GPT-3 (2020) could write. ChatGPT (2022) could help. RLHF made the difference.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Three RLHF stages.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pre-training alone is insufficient.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Preference-data workflow.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DPO vs PPO.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Implement a preference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three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Pre-train → SFT → RLHF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Why RLHF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Humans can't write ideal responses; they can COMPARE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Preference data — the...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Where careers + moats are built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PPO vs DPO vs...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DPO is simpler; same results for most teams; becoming default in 2025-26.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three stages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Pre-train → SFT → RLHF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three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Pre-training — next-token prediction on the internet.
2. Supervised FT — (prompt, ideal-response) pairs.
3. RLHF — reward model + PPO (or DPO) fine-tune.
SEQUENCE
3 stages
Each stage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three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Pre-train → SFT → RLHF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Why RLHF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Writing the "correct" answer for every prompt is impossible.
Ranking 2-4 candidates per prompt is feasible.
That comparison signal is cheaper + higher-quality at scale.
Reward model learns from ranked pairs.
INSIGHT
Compare &gt; Write
Fundamental to modern alignment.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Writing the "correct" answer for every prompt is impossible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Ranking 2-4 candidates per prompt is feasible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That comparison signal is cheaper + higher-quality at scale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Reward model learns from ranked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Preference data — the strategic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OpenAI hired hundreds of labellers for InstructGPT.
Anthropic built Constitutional AI to reduce human cost.
Indian startups (Shaip, TELUS) ship preference-data pipelines.
Quality + scale of preference data = alignment quality.
MOAT
Preference data
Billions of dollars of strategic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Preference data — the strategic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Where careers + moats are 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PPO vs DPO vs Constitutional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DPO is simpler; same results for most teams; becoming default in 2025-26.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DPO is simpler; same results for most teams; becoming default in 2025-26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Rank 4 LLM responses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you label if you were a preference annotator?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failure mode scares you most?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Would DPO be easier to ship in your org?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RLHF replaces: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Pre-training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SFT alone is insufficient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RLHF replaces: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SFT alone is insufficient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Pre-training + SFT still doesn't capture human preferences; RLHF closes that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DPO difference vs PPO: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Slower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explicit reward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Supervised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DPO difference vs PPO: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No explicit reward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DPO optimises directly on preference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Reward hacking: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Exploits reward; doesn't solve 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Reward hacking: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Exploits reward; doesn't solve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Model games the reward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1. Pre-training — next-token prediction on the internet.
2. Supervised FT — (prompt, ideal-response) pairs.
3. RLHF — reward model + PPO (or DPO) fine-tune.
SEQUENCE
3 stages
Each stage builds on the last.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"Capability from pre-training. Manners from RLHF."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three stages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Why RLHF exists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Preference data — the...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PPO vs DPO vs...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Read InstructGPT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Focus on abstract + diagrams.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Read 5 pages.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 sentences on what surprised you.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3 sentences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"Capability from pre-training. Manners from RLHF."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5 — Diffusion.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