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Split · Apply · Combine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Aggregate — one row per 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Transform — same shape as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four join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Pivot and melt — long ↔ wide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2   /   LESSON 5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Joins, GroupBy &amp; Pivot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Split the data. Apply a function. Combine the results. Master this idiom and you can answer any "per-X, per-Y" question ever asked by a stakeholder.
One mnemonic for axis: "axis is the axis you COLLAPSE." Remember this for the next 55 minutes.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Nine out of ten business questions reduce to one pattern.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Explain split-apply-combine with a concrete example.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Perform groupby aggregation, transform, and filter.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Merge two DataFrames with the four join types.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Pivot long data to wide, and melt back.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Debug axis=0 vs axis=1 with one mnemonic.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Split · Apply · Combine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The three-move dance of every groupby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Aggregate — one row per...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sum, mean, count, first, and friends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Transform — same shape as...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Broadcast the group stat 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The four join types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Default is INNER. Always sanity-check row counts before and after.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Split · Apply · Combine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three-move dance of every groupby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Split · Apply · Combine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SPLIT the DataFrame into groups by one or more columns.
APPLY a function (agg, transform, filter) to each group.
COMBINE the results back into a new DataFrame or Series.
90% of analytics reduces to this pattern.
MEMORISE
S · A · C
Map every groupby you write to one of the three moves.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Split · Apply · Combine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The three-move dance of every groupby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Aggregate — one row per group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df.groupby("city")["sales"].sum()
df.groupby("city")["sales"].agg(["sum", "mean", "count"])
df.groupby(["city","cat"]).agg(total=("sales","sum"), avg=("sales","mean"))
named-aggregation syntax is both clean and fast.
RETURNS
1 row per group
Perfect for reports and dashboards.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df.groupby("city")["sales"].sum()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df.groupby("city")["sales"].agg(["sum", "mean", "count"])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df.groupby(["city","cat"]).agg(total=("sales","sum"), avg=("sales","mean"))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named-aggregation syntax is both clean and fast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Transform — same shape as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df["city_avg"] = df.groupby("city")["sales"].transform("mean")
Every original row now has its group's stat.
Enables per-row comparisons — e.g. delta vs city average.
Fast and vectorised.
RETURNS
Same shape
Compute per-row deltas from group stats.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Transform — same shape as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Broadcast the group stat back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The four join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Default is INNER. Always sanity-check row counts before and after.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Default is INNER. Always sanity-check row counts before and after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Answer a business question in one chain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Write the single-chain pandas expression. Compare with your partner.</a:t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Best expression goes on the board.</a:t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of agg / transform / filter do you use least — and why?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did a silent inner-join cost you in the past?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One business question you will answer with groupby this week?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Every groupby decomposes into: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Filter-Sort-Reduce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Map-Reduce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Split-Apply-Combine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Scan-Hash-Join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Every groupby decomposes into: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Split-Apply-Combine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Split-Apply-Combine is the canonical idiom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.transform("mean") returns shape: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(1, 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(groups, 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Same as input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(1, 1)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.transform("mean") returns shape: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Same as input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Transform broadcasts the group statistic back to the original shape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Default merge how=: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left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right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inner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Default merge how=: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inner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pandas defaults to INNER — rows must exist in both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SPLIT the DataFrame into groups by one or more columns.
APPLY a function (agg, transform, filter) to each group.
COMBINE the results back into a new DataFrame or Series.
90% of analytics reduces to this pattern.
MEMORISE
S · A · C
Map every groupby you write to one of the three moves.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"Clean data has no value until it is reshaped into an answer. GroupBy is the reshaper."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Split · Apply · Combine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Aggregate — one row per...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Transform — same shape as...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The four join types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Mini assignment — three questions, three 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On any dataset you own, answer three business questions using groupby + merge + pivot.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Write each answer as a single chained pandas expression.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Include a sanity-check assertion on row counts.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Push notebook to GitHub.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Notebook URL with three clearly-labelled questions and chains.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"Clean data has no value until it is reshaped into an answer. GroupBy is the reshaper."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2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6 — Reading from CSV, Excel, SQL, JSON. The interfaces to real-world...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