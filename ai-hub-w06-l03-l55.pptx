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L4</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Data · Label · Concept drift</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PSI + KS — the practical tests</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7 dashboards per model</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Alerts that trigger action</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Analogy</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6   /   LESSON 4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Watch the model age</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A fraud-detection model ran for 14 months without monitoring. Recall drifted from 0.89 to 0.52 as fraudsters adapted. The company discovered it from an audit — not an alert. Drift kills silently.
Which of your models is silently drifting right now?</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4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₹18 crore lost. 14 months undetected. One missing dashboard.</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Data drift vs concept drift.</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PSI + KS for drift detection.</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Prometheus + Grafana model dashboards.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Alerts that trigger retraining.</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Drift pipeline for your model.</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Data · Label · Concept drift</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Three kinds; different causes</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PSI + KS — the practical...</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7 dashboards per model</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What to watch</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Alerts that trigger action</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Noise vs signal</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Data · Label · Concept drift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kinds; different causes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Data · Label · Concept drift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Data drift — P(X) shifts (new customer mix).
Label drift — P(y) shifts (fraud rate falls).
Concept drift — P(y|X) shifts (mapping changes).
Data drift: easiest to detect. Concept drift: hardest — needs prod labels.
3 KINDS
Different symptoms
All three monitored weekly.</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Data · Label · Concept drift</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kinds; different causes</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PSI + KS — the practical tests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The 7 dashboards per model</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1. Prediction distribution.
2. Feature drift (PSI per feature).
3. Model performance on labelled prod.
4. Latency p50, p95, p99.
5. Throughput (QPS).
6. Error rate.
7. Business metric (revenue, conversion).
COVERAGE
7 dashboards
Less than 7 = blind spots.</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The 7 dashboards per model</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What to watch</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Alerts that trigger action</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Data drift: PSI &gt; 0.25 on ≥ 3 features → warn.
Performance: drop &gt; 5% vs baseline → page on-call.
Two alerts in a week → auto-trigger retraining.
Alerts without action = noise. Retire them.
RULE
Alert → Action
Or don't alert.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Data drift: PSI &gt; 0.25 on ≥ 3 features → warn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Performance: drop &gt; 5% vs baseline → page on-call</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Two alerts in a week → auto-trigger retraining</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Alerts without action = noise. Retire them</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Pause and reflect</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Where will you apply this in your next project?</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was the single biggest 'aha' from this lesson?</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habit will you start using this week?</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PSI threshold for severe drift: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&gt; 0.1</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&gt; 0.25</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&gt; 0.5</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&gt; 1</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PSI threshold for severe drift: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&gt; 0.25</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&gt;0.25 = severe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Hardest drift to detect: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Data</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Label</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Concept</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All equal</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Hardest drift to detect: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Concept</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Concept drift — needs fresh labels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7 dashboards — one NOT on the list: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Latency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Prediction dist</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CPU usage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Business metric</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7 dashboards — one NOT on the list: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CPU usage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CPU is infra; not a model-specific dashboard</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Data drift — P(X) shifts (new customer mix).
Label drift — P(y) shifts (fraud rate falls).
Concept drift — P(y|X) shifts (mapping changes).
Data drift: easiest to detect. Concept drift: hardest — needs prod labels.
3 KINDS
Different symptoms
All three monitored weekly.</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The right tool, applied to the right problem, beats the loudest idea every time.</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Data · Label · Concept drift</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PSI + KS — the practical...</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The 7 dashboards per model</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Alerts that trigger action</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Every model decays.</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"Plan for it before it happens — not after."</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NEXT</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Lesson 5 — Feature stores.</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Knowing the right tool is half the battle. Doing the small thing today is the other half.</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6</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