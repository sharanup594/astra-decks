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Choreography vs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four verbs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Idempotence — the non-negotiable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Sagas — compensating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Example IDP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4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Process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Networks blip. APIs throttle. Humans misclick. Production AI lives or dies by its orchestration — how cleanly it retries, branches, and observes.
Name one pipeline of yours that breaks when re-run. That is our target today.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The pipeline will fail. Engineer for that.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Choreography vs orchestration.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Design multi-step workflows with decision gates + retries.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Airflow / Prefect / Temporal at a conceptual level.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Spot idempotence failures that break pipelines.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Implement a 3-step orchestration in Python.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Choreography vs...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Most AI pipelines are better orchestrated than choreographed.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four verbs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Sequence · Retry · Gate · Observe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Idempotence — the...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Every step must be safely re-runnable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Sagas — compensating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Undo when the chain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Choreography vs...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Most AI pipelines are better orchestrated than choreographed.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Choreography vs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Most AI pipelines are better orchestrated than choreographed.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Choreography vs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Most AI pipelines are better orchestrated than choreographed.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four verbs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SEQUENCE — define step order.
RETRY — backoff on transient failure.
GATE — branch on step output (decision gates).
OBSERVE — log everything; measure step timing.
MEMORISE
S · R · G · O
Any orchestrator must do all four.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SEQUENCE — define step order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RETRY — backoff on transient failure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GATE — branch on step output (decision gates)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OBSERVE — log everything; measure step 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Idempotence — the non-negotiable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Key every write by a business ID (invoice_id, order_id).
Check "already processed" before performing the side effect.
Retries + at-least-once delivery will happen.
Not idempotent → duplicate side effects → data corruption.
RULE
Safely re-runnable
If a step cannot be retried, it is not ready for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Idempotence — the non-negotiable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Every step must be safely re-runnable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Sagas — compensating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step has a "compensate" (undo).
If step N fails, run compensate(N-1), compensate(N-2), …
Critical in money-moving pipelines.
Design compensations when you design the happy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Each step has a "compensate" (undo)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If step N fails, run compensate(N-1), compensate(N-2), …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Critical in money-moving pipelines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Design compensations when you design the happy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Orchestrate Flipkart return-refund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pipeline of yours would break on retry today?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would you add a saga?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tool — Airflow, Prefect, or Temporal — fits your current team?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Central coordinator = 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Choreography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Event bus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Microservice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Central coordinator = 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Orchestration has a single coordinator; choreography is event-driven without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Every step MUST be: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Idempotent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 Python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Stateful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Every step MUST be: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Idempotent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Retries + at-least-once delivery demand idempotence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Saga purpose: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Faster execution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Compensating undo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More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Encryption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Saga purpose: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Compensating undo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Saga = per-step compensating actions to undo partial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Most AI pipelines are better orchestrated than choreographed.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"Four verbs of every orchestration. Miss one; production bites."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Choreography vs...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four verbs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Idempotence — the...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Sagas — compensating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orchestration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Sketch an orchestration for a Flipkart return-refund (7+ steps, 2 gates, 1 human review).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Draw as a DAG.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Mark idempotent steps explicitly.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Show the compensating actions for a saga.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 diagram on the forum.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PNG diagram on the cohort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"Four verbs of every orchestration. Miss one; production bites."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7 — Connecting RPA bots to AI models.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