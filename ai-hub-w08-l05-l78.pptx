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4 rounds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DSA — 150 mediums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System design — 7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STAR for behavioural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Debugging scenario — framework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8   /   LESSON 6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DSA + System Design + Behavioural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Two candidates get the same system-design question. Candidate A dives into model architecture in minute 2. Candidate B spends 20 minutes on clarification + metrics + data. Candidate B gets the offer. The best candidates think BEFORE they architect.
When did you last spend 20 minutes clarifying before building?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Same candidate. Two outcomes. Based on clarification alone.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NUMBER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20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From real-world deployments.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NUMBER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20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From real-world deployments.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4 interview rounds.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Medium DSA problem in 25 min.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ML system design in 45 min.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Behavioural using STAR.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Debug an ML scenario.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4 rounds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DSA — 150 mediums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Patterns that matter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System design — 7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Never skip the first two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STAR for behavioural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6 stories, reusable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4 rounds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4 rounds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4 rounds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DSA — 150 mediums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Arrays + hashmap (30% of asks).
Two-pointer, sliding window.
Binary search (sorted + on answers).
Graph BFS/DFS.
DP with memoisation.
PREP
150 mediums
Across the 6 patterns.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Arrays + hashmap (30% of asks)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Two-pointer, sliding window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Binary search (sorted + on answers)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Graph BFS/DFS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System design — 7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1. Clarify (5 min) — scale, latency, accuracy, budget.
2. Metrics (5 min) — business + model.
3. Data (10 min) — source, freshness, leakage.
4. Model (10 min) — baseline first.
5. Serving (5 min) — latency budget.
6. Monitoring (5 min) — drift, SLOs.
7. Tradeoffs (5 min) — summary.
ORDER
1 → 7
Skipping 1-2 = failed interviews.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System design — 7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Never skip the first two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STAR for behavioural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Situation — 1-2 sentence context.
Task — what you were asked.
Action — what YOU did.
Result — quantified + learning.
PREP
6 stories
Adapt to any question.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Situation — 1-2 sentence context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Task — what you were asked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Action — what YOU did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Result — quantified +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30-min system design mock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30-min system design mock</a:t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round is your weakest?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of your 6 STAR stories is rehearsed?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do you jump to solution too fast?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4 rounds: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DSA, ML fundamentals, system design, behavioural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Only DSA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Only behavioural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4 rounds: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DSA, ML fundamentals, system design, behavioural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Typical AI-engineer interview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Minimum Leetcode prep: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150 mediums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(no option)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Minimum Leetcode prep: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~150 across 6 patterns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Biggest system-design mistake: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Too slow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Jumping to model in minute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Not smiling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Fast typing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Biggest system-design mistake: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Jumping to model in minute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Skips clarification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A team applies the lesson's main idea to a real workflow — and the results show up within a quarter.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"Quantify before you commit."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4 rounds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DSA — 150 mediums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System design — 7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STAR for behavioural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Prep 6 STAR stories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From W1-W7 projects.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6 stories.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Pair mock 30 min.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Feedback notes.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Iterate.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6 stories + mock feedback.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"Quantify before you commit."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7 — Salary Negotiation.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