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L6</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Weekly rhythm</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Platform picks</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Failure posts that work</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Handling trolls</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Attention → customers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12   /   LESSON 6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Cheapest GTM lever a founder has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Founders who build publicly compound distribution paid ads cannot buy. For Indian AI startups, BIP is the cheapest GTM lever by far. Quiet founders lose to loud ones with the same product.
When did you last post something substantive?</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6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India's AI LinkedIn + X audience tripled 2023-26.</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Adopt a weekly BIP rhythm.</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Pick 2-3 platforms wisely.</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 credible failure post.</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Handle trolls and haters.</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1 CTA per post rule.</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12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Weekly rhythm</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4 posts, no exceptions</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Platform picks</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Failure posts that work</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Format</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Handling trolls</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Mental model</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Weekly rhythm</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4 posts, no exceptions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Weekly rhythm</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Mon — roadmap.
Wed — mid-week progress / stumble.
Fri — ship + metric post.
Sun — reflection / hot take.
RHYTHM
4 posts
Cadence &gt; perfection.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Weekly rhythm</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4 posts, no exceptions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Platform picks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Failure posts that work</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Lead with the number or screenshot.
Say what you tried.
Say what you learned.
Say what's next.
No victimhood; no bravado.
FORMAT
4 beats
Honesty earns trust.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Failure posts that work</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Format</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Handling trolls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Ignore the tone; read the signal.
Reply once, max.
Block the abusive.
Screenshot the thoughtful for later.
Don't argue in replies; post a longer piece later.
TROLLS
5 moves
Protect attention.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Ignore the tone; read the signal.</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Reply once, max.</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Block the abusive.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Screenshot the thoughtful for later.</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Write this Friday's ship post</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Weekly post count: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None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option)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Weekly post count: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Mon/Wed/Fri/Sun</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Troll reply count: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None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option)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Troll reply count: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Reply once, max</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CTA per post: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None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option)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CTA per post: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Specific = 1</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Start posting</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Post Mon/Wed/Fri/Sun this week.</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Draft 4 posts now.</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Schedule.</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Track replies + saves.</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4 URLs on LMS.</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"The founders who ring the bell end up with the crowd."</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12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12</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7 — Alumni + Mentorship.</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12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