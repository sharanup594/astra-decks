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AI-PM job in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AI-fit decision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JTBD for AI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45-minute discovery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One-page AI PRD skeleton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10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From problem to PRD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Gartner 2025: most Indian AI pilots never ship. Reason #1 is not model accuracy — it is scoping. Teams build what is technically cool, not what users will pay for. Before a single notebook opens, a PM owes the team one answer: what job is the user hiring this AI to do?
Name one AI feature you stopped using within 2...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73% of AI products fail at the scoping stage — not in 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JTBD canvas + 5-Whys for AI features.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When AI solves vs. rules/heuristics suffice.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Run a 45-minute discovery sprint.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Separate user pain from AI hype.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one-page AI PRD skeleton.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AI-PM job in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Translator + constraint-holder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AI-fit decision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JTBD for AI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Jobs-to-be-done, AI 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45-minute discovery 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AI-PM job in one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Translator + constraint-holder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AI-PM job in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Translate user pain → model-solvable problem.
Hold the "is AI even right here?" line.
Own metrics BEFORE team opens a notebook.
Make the cost/latency/quality trade-off visible.
ROLE
Translator
User ↔ Model ↔ Business.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AI-PM job in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Translator + constraint-holder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AI-fit decision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JTBD for AI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When __________ (situation),
I want to __________ (motivation),
so I can __________ (outcome),
and AI earns its cost only if it beats the rule-based baseline.
TEMPLATE
JTBD+AI
Forces baseline thinking.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JTBD for AI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Jobs-to-be-done, AI 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45-minute discovery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Write a JTBD + PRD header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discovery step do you most often skip?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in your stack are rules secretly better than AI?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would make your PRD fit on one page?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Primary AI-PM job: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Write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Translate user pain → model-solvable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Label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Run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Primary AI-PM job: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Translate user pain → model-solvable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Translation is the core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Signal AI is NOT the right tool: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Fuzzy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Low-cost mistake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Logic fits on one 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&gt;5k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Signal AI is NOT the right tool: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Logic fits on one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One-page logic =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 good PRD baseline compares AI 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Rules/human/random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competitor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 good PRD baseline compares AI 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Rules/human/random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Baselines protect the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Translate user pain → model-solvable problem.
Hold the "is AI even right here?" line.
Own metrics BEFORE team opens a notebook.
Make the cost/latency/quality trade-off visible.
ROLE
Translator
User ↔ Model ↔ Business.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"A PRD that fits on one page is a product that can ship."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AI-PM job in one line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AI-fit decision matrix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JTBD for AI features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45-minute discovery sprint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Draft an AI PRD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Take ONE feature from your Week-10 project and write its one-page PRD.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JTBD statement.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baseline + target metric.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List 3 failure modes + HITL fallback.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1-page PRD uploaded to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"A PRD that fits on one page is a product that can ship."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2 — OKRs &amp; Metrics.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