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is multimodal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CLIP — the seed of modern 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flagship multimodal LLMs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Image + text search — 30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Evaluation matters more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7   /   LESSON 1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Vision + Language +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Myntra's 2025 visual search lets users upload a saree photo AND ask "show me similar, under ₹3,000". Three modalities fused into one query. This is where UX is heading — and every frontier LLM in 2026 ships multimodal by default.
Which of your apps would be better if users could just show you what they mean?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Users don't think in modalities. They upload AND 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Define multimodal AI + 3 production systems.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contrastive training (CLIP).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Use GPT-4o/Claude/Gemini vision APIs.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Image+text search over 10k items.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metrics for multimodal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What is multimodal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Models that jointly process 2+ input channels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CLIP — the seed of modern...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One embedding space for image +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flagship multimodal...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Image + text search — 30...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open_clip + ChromaDB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What is multimodal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Models that jointly process 2+ input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What is multimodal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Text + image → describe, answer, extract.
Text + audio → transcribe, translate, summarise.
Text + video → scene description, chapter segmentation.
Audio + video → lip-sync, person identification.
DEFAULT
Multimodal
Text-only is a historical footnote by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What is multimodal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Models that jointly process 2+ input channels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CLIP — the seed of modern multimodal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400M (image, caption) pairs from the web.
Contrastive loss: matched close, mismatched far.
Zero-shot classification: "photo of a CAT" vs "photo of a DOG".
Foundation for DALL-E, Stable Diffusion, GPT-4o vision.
IDEA
Shared space
Image and text live on the same grid.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400M (image, caption) pairs from the web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Contrastive loss: matched close, mismatched far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Zero-shot classification: "photo of a CAT" vs "photo of a DOG"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Foundation for DALL-E, Stable Diffusion, GPT-4o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flagship multimodal 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Three flagship multimodal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Image + text search — 30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Encode every image with CLIP image encoder.
Query: encode text; cosine to image embeddings.
Top-k most similar → the search result.
Cache embeddings in S3 parquet. Re-embed only on schema change.
BUILD
30 lines
Image search in one lecture.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Encode every image with CLIP image encoder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Query: encode text; cosine to image embeddings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Top-k most similar → the search result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Cache embeddings in S3 parquet. Re-embed only on schema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Pick the right multimodal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Pick the right multimodal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Pick the right multimodal stack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modality do YOUR users generate most?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image search beat keyword search in your work?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What's the biggest UX lift a multimodal upgrade would give?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CLIP training objective: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Supervised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Contrastive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Autoregressive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CLIP training objective: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Contrastive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Pull matched image-text pairs closer; push mismatched apart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Best 2026 model for native video understanding: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GPT-4o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Claude 3.5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Gemini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DALL-E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Best 2026 model for native video understanding: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Gemini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Gemini 2 is natively video-aware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Zero-shot with CLIP means: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Embed candidate text classes; pick closest to image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Use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One-shot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Zero-shot with CLIP means: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Embed candidate text classes; pick closest to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Class names encoded as text; closest to the image embedding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Text + image → describe, answer, extract.
Text + audio → transcribe, translate, summarise.
Text + video → scene description, chapter segmentation.
Audio + video → lip-sync, person identification.
DEFAULT
Multimodal
Text-only is a historical footnote by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"The users of 2026 expect all four."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What is multimodal AI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CLIP — the seed of modern...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flagship multimodal...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Image + text search — 30...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Image search over your photos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100 personal photos; natural-language queries.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Encode with open_clip.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Store in ChromaDB.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Query: "me at the beach at sunset".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Report hit@5.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Repo + hit@5 number.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users of 2026 expect all four."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2 — Speech AI.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