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When to fine-tune (rarely)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Full FT vs PEFT vs LoRA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LoRA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 is the lever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30 lines with PEFT + Trainer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5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LoRA · PEFT · Domain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90% of "we need to fine-tune" conversations should have ended with "RAG + better prompts". But when FT is right — strict format, specialised jargon, latency — LoRA makes it cheap enough that a student laptop can run it.
Has anyone in class ever fine-tuned a model? If no, you're in good company.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Fine-tune rarely. When you do — adapt small, ship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Full FT vs PEFT vs LoRA.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LoRA works — the intuition.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Prepare chat-JSONL dataset.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Fine-tune 7B model on consumer GPU.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Fine-tuned vs 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When to fine-tune (rarely)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decision ladder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Full FT vs PEFT vs 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LoRA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Low-rank approximation of weight update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Data is the lever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500 high-quality &gt; 50,000 noisy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When to fine-tune (rarely)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decision ladder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When to fine-tune (rarely)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Try RAG.
2. Try better prompts.
3. Try few-shot.
4. ONLY THEN: fine-tune.
RULE
4th option
Fine-tuning is rarely the right first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When to fine-tune (rarely)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decision ladder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Full FT vs PEFT vs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LoRA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Frozen W (base weights).
Trainable ΔW = B·A, rank(ΔW) ≪ rank(W).
Effective weight at inference: W + B·A.
Merge at deploy; zero runtime overhead.
INSIGHT
100–1000× fewer params
Surprisingly enough to adapt domain.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Why LoRA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Low-rank approximation of weight 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Data is the lever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example uses target output format.
Cover edge cases.
Include refusals for out-of-scope.
Human-review before training.
QUALITY
Beats quantity
Every time. Always.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example uses target output format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Cover edge cases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Include refusals for out-of-scope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Human-review before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Run PEFT code on T4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Is there a production problem where fine-tuning would genuinely help?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What's your minimum viable dataset?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How would you roll back if the fine-tune regressed?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Fine-tune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RAG + prompts fail AND format/latency constrained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Just for fun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Fine-tune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RAG + prompts fail AND format/latency constrained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Decision ladder — RAG + prompts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LoRA trains: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~50%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&lt; 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decoder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LoRA trains: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&lt; 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&lt; 0.5% at rank=8 — small low-rank matrices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QLoRA adds: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Quantisation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Quorum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Queues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QLoRA adds: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Quantisation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4-bit quantisation → fits 8B model on 6 GB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1. Try RAG.
2. Try better prompts.
3. Try few-shot.
4. ONLY THEN: fine-tune.
RULE
4th option
Fine-tuning is rarely the right first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"Adapt small; ship fast."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When to fine-tune (rarely)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Full FT vs PEFT vs LoRA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LoRA works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Data is the lever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your first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Fine-tune Llama-3-8B on 200 examples in your domain.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Prepare JSONL.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QLoRA on Colab T4.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Evaluate vs base.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before/after.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+ eval numbers.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"Adapt small; ship fast."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Evaluation + Guardrails.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