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Interpretability vs explainability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SHAP — Shapley values for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LIME — local linear approximations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Attention visualisation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Natural-language final 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8   /   LESSON 3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SHAP · LIME · 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"Credit score" isn't an answer. SHAP gives one — "CIBIL 640 × debt-to-income 0.72 × late payments last 12mo drove the decline." That is explainable AI. Every high-stakes model in India needs it in 2026.
When was the last time a system gave YOU an actual reason — not just a code?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HDFC declines your loan. Why?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640 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0.72 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Interpretability vs explainability.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Apply SHAP to tabular models.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Apply LIME to text or tabular.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Visualise attention in transformers.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Natural-language explanations.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Interpretability vs...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Two different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SHAP — Shapley values for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Game theory applied to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LIME — local linear...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Model-agnostic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Attention visualisation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Where the transformer looks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Interpretability vs...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Two different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Interpretability vs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Interpretability: is the model itself understandable?
Explainability: can we explain a complex model's decision?
Linear regression is interpretable; DL is (post-hoc) explainable.
Regulators want explainability; debuggers want interpretability.
BOTH MATTER
Different needs
Know which you need.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Interpretability vs explainability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Two different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SHAP — Shapley values for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shap.TreeExplainer(model) for gradient boosted models.
shap_values = explainer.shap_values(X_test).
Global: summary plot.
Local: force plot for a single prediction.
Mathematically principled; handles interactions.
GOLD STANDARD
SHAP
Most battle-tested post-hoc method.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shap.TreeExplainer(model) for gradient boosted models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shap_values = explainer.shap_values(X_test)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Global: summary plot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Local: force plot for a single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LIME — local linear approximations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Perturb input around a point.
Query black-box on perturbations.
Train weighted linear model.
Coefficients = local explanation.
FAST
Any model
Trade globalness for flexibility.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LIME — local linear approximations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Model-agnostic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Attention visualisation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Extract attention matrices layer-by-layer.
Visualise with BertViz, attention rollouts.
Useful for NER debugging, LLM factuality.
CAVEAT: attention ≠ explanation — model may "look" somewhere and not use it.
WATCH
Attention ≠ proof
Supplementary signal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Extract attention matrices layer-by-layer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Visualise with BertViz, attention rollouts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Useful for NER debugging, LLM factuality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CAVEAT: attention ≠ explanation — model may "look" somewhere and not use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Take ONE prediction; write 3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model of yours most needs explanations?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Would you use SHAP or LIME for tabular GBM?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does attention mislead you?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SHAP is based 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Bayesian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Shapley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Backprop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SHAP is based 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Shapley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Game-theoretic Shapley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LIME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Global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Neither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LIME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Local linear approximation per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Interpretable model example: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Transformer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Interpretable model example: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Linear regression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Coefficients directly tell the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Interpretability: is the model itself understandable?
Explainability: can we explain a complex model's decision?
Linear regression is interpretable; DL is (post-hoc) explainable.
Regulators want explainability; debuggers want interpretability.
BOTH MATTER
Different needs
Know which you need.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"If you can't explain a decision to a 10-year-old, you can't explain it to a regulator."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Interpretability vs...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SHAP — Shapley values for ML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LIME — local linear...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Attention visualisation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SHAP for W3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Real-estate predictions.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TreeExplainer.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Summary plot.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3 predictions explained.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1-page PDF.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PDF on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"If you can't explain a decision to a 10-year-old, you can't explain it to a regulator."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4 — AI Security.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