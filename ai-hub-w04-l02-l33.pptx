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Why recurrence had to 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Self-attention — weighted average of...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Why scaled — why √d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Positional encoding — the order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Three flavours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4   /   LESSON 3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The Transformer Revolution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GPT. Claude. Gemini. LLaMA. T5. BERT. SBERT. Stable Diffusion (with Cross-Attention). Every one is a transformer descendant. Today we open the hood.
Which of the LLMs above is encoder-only? Hold your guess — reveal at slide 10.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One 2017 paper. Every modern LLM. 1.7 trillion parameters.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Why RNNs were replaced by transformers in 2017.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Self-attention as a learned weighted average.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Reason about Q, K, V and scaled dot-product.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Explain why positional encoding is needed.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Distinguish encoder-only, decoder-only, enc-dec.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Why recurrence had to 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Parallelism + long-range dependencies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Self-attention — weighted...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Each token asks every other token how relevant it 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Why scaled — why √d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Numerical stability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Positional encoding — the...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Without it, "Dog bites man" == "Man bites dog"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Why recurrence had to go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Parallelism + long-range dependencies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Why recurrence had to 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RNNs process tokens sequentially — cannot parallelise.
Long-range dependencies decay with distance.
Gradient flow fragile at depth.
Transformers: all tokens processed at once; direct long-range links.
Attention Is All You Need
Vaswani et al., NeurIPS — the cited line.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Why recurrence had to 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Parallelism + long-range dependencies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Self-attention — weighted average of 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Every token projects into Q, K, V.
attention = softmax(QKᵀ / √d) · V.
QKᵀ measures compatibility between all pairs.
Softmax turns compatibilities into weights summing to 1.
ONE LINE
softmax(QKᵀ/√d)V
The entire transformer trick, in one formula.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Every token projects into Q, K, V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attention = softmax(QKᵀ / √d) · V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QKᵀ measures compatibility between all pairs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Softmax turns compatibilities into weights summing to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Why scaled — why √d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Large d → huge dot-products → saturated softmax.
Saturated softmax → vanishing gradients.
Divide by √d → back to reasonable scale.
Small detail; huge training-stability impact.
STABILITY
/ √d
Do not skip. The original paper credits this for training success.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Why scaled — why √d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Numerical stability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Positional encoding — the order 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Transformers have no recurrence, no order by default.
Add a sinusoidal signal to each token's embedding.
PE(pos, 2i)   = sin(pos / 10000^(2i/d))
PE(pos, 2i+1) = cos(pos / 10000^(2i/d))
ELEGANT
sin + cos
Different frequencies carry different positional scales.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Transformers have no recurrence, no order by default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Add a sinusoidal signal to each token's embedding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PE(pos, 2i)   = sin(pos / 10000^(2i/d))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PE(pos, 2i+1) = cos(pos / 10000^(2i/d))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Compute scaled dot-product attention by hand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Compute scaled dot-product attention by hand</a:t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Best pair shows on the board.</a:t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Why did transformers take 17 years to arrive after RNNs?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variant will your next project use — and why?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would a transformer be overkill?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Year transformers were introduced: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Answer: C.  Vaswani et al., NeurIPS 2017.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(no option)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Year transformers were introduced: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The correct option matches the lesson's core principle.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Why divide by √d?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Speed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Stability of softmax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Privacy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Why divide by √d?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Stability of softmax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Large dot-products saturate softmax; dividing rescales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BERT is: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Encoder-only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Decoder-only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Encoder-decoder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RNN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BERT is: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Encoder-only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BERT is an encoder-only transformer used for classification / embeddings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RNNs process tokens sequentially — cannot parallelise.
Long-range dependencies decay with distance.
Gradient flow fragile at depth.
Transformers: all tokens processed at once; direct long-range links.
Attention Is All You Need
Vaswani et al., NeurIPS — the cited 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"softmax(QKᵀ/√d)V. Plus positional encoding. That is the entire trick."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Why recurrence had to go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Self-attention — weighted...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Why scaled — why √d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Positional encoding — the...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Mini assignment — explain to a 10-year-old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Read the first 5 pages of "Attention Is All You Need".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Write 3 sentences explaining attention to a 10-year-old.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Post on the cohort forum.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Vote on the two best explanations.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3-sentence explanation on the forum.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"softmax(QKᵀ/√d)V. Plus positional encoding. That is the entire trick."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4 — Time-Series Forecasting. Your first Prophet model.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