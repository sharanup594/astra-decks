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3-pass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4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Rhetoric vs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Skim checklist (10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5-sentence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11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3-pass strategy · 4 claims · 5-sentence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Reading linearly is career suicide. The researchers you admire — Karpathy, Chollet, Ilya — decide in 10 minutes whether a paper earns the next 90. That skill is learnable.
How many papers did you finish last week?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500+ AI papers drop on arXiv every single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3-pass strategy + 4-claim taxonomy.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Skim any arXiv paper in 10 minutes.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Separate rhetoric from contribution.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Decide if a paper deserves 90 min.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5-sentence paper summary.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3-pass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4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Every paper makes exactly 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Rhetoric vs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Where senior readers zoom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Skim checklist (10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3-pass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3-pass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3-pass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4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Existence — "X is possible".
Performance — "We beat baseline by Y".
Scaling — "X scales with Z".
Mechanism — "Why X works is Q".
TAXONOMY
4 kinds
Know which you're reading.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Existence — "X is possible"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Performance — "We beat baseline by Y"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Scaling — "X scales with Z"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Mechanism — "Why X works is Q"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Rhetoric vs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Rhetoric: "novel", "unprecedented", "paradigm-shifting".
Contribution: delta over best prior + ablation that proves it.
No ablation → claim is weak.
Always ask: what did they do that nobody did before?
DIFF
Claim = delta + ablation
Anything else is marketing.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Rhetoric vs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Where senior readers zoom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Skim checklist (10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Skim a paper in 10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claim type do you most often mistake for another?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paper have you faked reading?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thread do you want to camp 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Pass 1 time: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hr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Pass 1 time: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Fast relevance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Number of claims: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Number of claims: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Existence / performance / scaling /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Contribution = delta +: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Ablation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Pretty figures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Contribution = delta +: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Ablation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Ablation proves the 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"You don't run out of papers. You run out of depth."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3-pass strategy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4 claims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Rhetoric vs Contribution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Skim checklist (10 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Paper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Start a paper-notebook 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Skim 1 arXiv paper this week.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5-sentence summary.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on LMS forum.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Notebook link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"You don't run out of papers. You run out of depth."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2 — Reproducing SOTA.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