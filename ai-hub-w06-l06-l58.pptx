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Inference cost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 cost levers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GPU types × ₹/hour (Mumbai)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Spot + reserved + serverless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6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GPU · Inference · 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An Indian AI startup ran unoptimised for 6 months. ₹68 lakh/month. Two weeks of optimisation — caching, batching, smaller model, cheaper embeddings — dropped the bill to ₹15 lakh. Runway extended by 8 months.
What does YOUR monthly LLM bill say about your caching strategy?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$82,000/month → $18,000. Two weeks. No user loss.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₹68 lakh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₹15 lakh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Calculate inference cost per query.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5-lever cost framework.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Pick GPU type by workload.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Design spot + reserved GPU strategy.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Cut existing bill 50%+.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Inference cost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Per query + monthly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5 cost levers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GPU types × ₹/hour (Mumbai)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Spot + reserved + serverless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Match commitment to workload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Inference cost formula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Per query + monthly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Inference cost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cost_per_query = (in×p_in + out×p_out) / 1000
monthly = cost_per_query × queries_per_day × 30
Output tokens 5-10× more expensive than input.
Ask for concise outputs first.
FIRST LEVER
Shorter outputs
Often cuts bill 30%+.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Inference cost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Per query + monthly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5 cost 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GPU types × ₹/hour (Mumbai)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GPU types × ₹/hour (Mumbai)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Spot + reserved + serverless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Spot: up to 90% cheaper; reclaimable. Training.
Reserved 1-3yr: 30-70% off; steady prod.
Serverless GPU (Modal, Replicate): pay-per-call.
Mix: spot for training + reserved for prod baseline + on-demand spikes.
MIX
3 commitments
Match to workload; save 40-60%.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Spot: up to 90% cheaper; reclaimable. Training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Reserved 1-3yr: 30-70% off; steady prod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Serverless GPU (Modal, Replicate): pay-per-call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Mix: spot for training + reserved for prod baseline + on-demand spikes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5 levers: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Cache+smaller+short+batch+structured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caching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5 levers: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Cache+smaller+short+batch+structured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5-lever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T4 best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70B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Dev + small inference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Frontier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T4 best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Dev + small inference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16 GB VRAM; cheap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Spot GPUs best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Interactive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Training with checkpoints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Latency-critical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Spot GPUs best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Training with checkpoints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Up to 90% cheaper; interruptible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cost_per_query = (in×p_in + out×p_out) / 1000
monthly = cost_per_query × queries_per_day × 30
Output tokens 5-10× more expensive than input.
Ask for concise outputs first.
FIRST LEVER
Shorter outputs
Often cuts bill 30%+.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Inference cost formula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5 cost levers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GPU types × ₹/hour (Mumbai)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Spot + reserved + serverless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Output tokens cost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"Ask for less. Cache more. Batch when you can."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Projects Saturday — ship to prod.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