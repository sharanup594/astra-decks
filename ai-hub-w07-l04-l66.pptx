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one-sentence 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Forward + reverse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15-line Stable Diffusion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LoRA for diffusion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2026 landscape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7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Image &amp; Video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Stable Diffusion + LoRA + 20 sample photos = infinite fashion-catalogue content. Indian e-commerce saved ₹200 crore of photography costs in 2025. Today we build that capability.
How many product photos did your last employer shoot per month?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Nykaa generates 10 lakh product images a month. Zero photoshoots.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Forward + reverse processes.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Stable Diffusion.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LoRA fine-tune on custom images.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SD / FLUX / DALL-E / Sora.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Classifier-free guidance.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one-sentence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Add noise, then reverse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Forward + reverse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Fixed vs learned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15-line Stable Diffusion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diffusers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LoRA for diffusion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Custom subject from 10 images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one-sentence intuition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Add noise, then reverse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one-sentence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Add noise to an image over 1000 steps → pure static.
Train a network to reverse each step.
At inference: noise → reverse chain → image.
Hard generation problem → sequence of easy denoising problems.
TRICK
Easy denoising
Beats direct generation.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one-sentence intuition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Add noise, then reverse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Forward + reverse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FORWARD q(x_t | x_{t-1}) — add Gaussian noise. Fixed.
REVERSE p(x_{t-1} | x_t) — U-Net learns to denoise.
Train: sample t; noise x_0 → x_t; predict the noise.
Sample: 20-50 steps (DDIM, flow-matching schedulers).
KEY
Reverse is learned
Forward is math.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FORWARD q(x_t | x_{t-1}) — add Gaussian noise. Fixed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REVERSE p(x_{t-1} | x_t) — U-Net learns to denoise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Train: sample t; noise x_0 → x_t; predict the noise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Sample: 20-50 steps (DDIM, flow-matching schedulers)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15-line Stable Diffusion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StableDiffusionPipeline.from_pretrained(...)
pipe("a Banarasi saree, soft light, fashion photo")
num_inference_steps=30, guidance_scale=7.5
Save .png; share.
USE IT
15 lines
Image gen in one lecture.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15-line Stable 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diffusers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LoRA for diffusion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DreamBooth + LoRA training.
10-20 subject images + captions.
500-1000 training steps on Colab T4.
Output: 50-200 MB LoRA file.
Plug into base pipeline; generate infinite variations.
CUSTOMISE
10 images
5 minutes of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DreamBooth + LoRA training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10-20 subject images + captions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500-1000 training steps on Colab T4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Output: 50-200 MB LoRA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Your first generated 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does your org spend most on photography?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would 10,000 on-demand images unlock?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ethical line would you NOT cross with generation?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Forward process: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Learned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Adds noise; fixed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Denoises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Forward process: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Adds noise; fixed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Forward is mathematical noising; reverse is learned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Typical 2026 sampling steps: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Answer: B.  DDIM/Euler/flow-matching cut 1000 to 20-50.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Typical 2026 sampling steps: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correct option matches the lesson's core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LoRA for diffusion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50-200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LoRA for diffusion size: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50-200 MB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Small enough to ship; large enough to capture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Add noise to an image over 1000 steps → pure static.
Train a network to reverse each step.
At inference: noise → reverse chain → image.
Hard generation problem → sequence of easy denoising problems.
TRICK
Easy denoising
Beats direct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"Everything else is tuning."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one-sentence intuition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Forward + reverse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15-line Stable Diffusion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LoRA for diffusion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Fine-tune on Banarasi sarees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15 sample photos.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Collect + caption.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LoRA train 500 steps.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Generate 5 lifestyle images.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5 images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"Everything else is tuning."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Edge 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