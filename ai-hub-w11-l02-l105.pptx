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LLM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Alignment +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Agents + systems + architectures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Multimodal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 research threads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11   /   LESSON 3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15 papers · 6 threads · Your canon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With a canon, you instantly see which thread a paper extends — scaling, alignment, agents, reasoning, multimodality, efficiency. The canon is your mental map; this lesson builds it.
Which paper does your team refer to most often?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Without a canon, every arXiv post looks new.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15 landmark papers by name + year.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6 research threads.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Place any new paper in a thread.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Pick one paper to go deep on.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Your personal canon list.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LLM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Alignment +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Agents + systems +...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Multimodal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LLM 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LLM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LLM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Alignment +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Agents + systems + architectures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Agents + systems + architectures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Multimodal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Build your 5-paper canon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thread is your personal competitive advantage?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Indian author / org has shaped your thinking?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thread will dominate 2026?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MoE paper: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Mixtral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MoE paper: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Mixtral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Mistral's Mixtral = MoE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Alignment paper that replaces RLHF pipeline: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DPO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Alignment paper that replaces RLHF pipeline: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DPO simplifies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Post-Transformer candidate: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Mamba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GPT-2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Whisper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Post-Transformer candidate: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Mamba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Mamba / SSMs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"Canon turns overwhelm into orientation."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LLM core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Alignment + reasoning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Agents + systems +...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Multimodal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Deep-dive pick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Pick 1 paper for Week-11 reproduction.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Pick from the 15.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5-sentence summary.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Commit in cohort forum.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Summary posted.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"Canon turns overwhelm into orientation."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4 — Open-Source AI Communities.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