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Indian legal AI players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Contract risk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Compliance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9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Contracts · Compliance ·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Junior lawyers spend evenings reading NDAs, identifying deviations, checking compliance. LLMs do this in seconds. Indian corporate legal: $1.3B (2024), 15% CAGR. AI is taking a meaningful slice.
When did you last read an NDA end-to-end?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Legal is 80% document analysis. LLMs eat document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4 legal AI applications.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Contract-analysis pipeline.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LLMs for compliance.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E-discovery automation.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Contract-clause risk scorer.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Indian legal AI players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Contract risk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5 stages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Compliance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Daily ingest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4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Indian legal AI players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Contract risk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OCR + parse sections.
LLM extract clauses (indemnity, termination, IP).
Compare to standard template.
Score deviation risk.
Surface top-3 risky to lawyer.
ALWAYS
HITL
AI flags; lawyer decides.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Contract risk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5 stages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Compliance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Ingest RBI/SEBI/MeitY circulars daily.
LLM classifies by topic.
Match against org's policies.
Alert officer on relevant updates.
Draft policy changes for review.
INGEST
Daily
Regulators publish constantly.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Ingest RBI/SEBI/MeitY circulars daily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LLM classifies by topic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Match against org's policies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Alert officer on relevant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HITL for legal AI: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Style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Liability + Bar Council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HITL for legal AI: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Liability + Bar Council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Lawyer signs; lawyer liable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E-discovery: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Semantic search millions docs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E-discovery: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Semantic search millions 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Litigation document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Successful positioning: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Replacement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3× faster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Ignore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Successful positioning: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3× faster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Adoption 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 applications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Indian legal AI players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Contract risk pipeline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Compliance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Augmentation wins.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"AI that makes lawyers 3× faster succeeds. AI that replaces lawyers fails."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Lesson 6 — Retail.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