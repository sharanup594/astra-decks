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L4</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5 methods for AI features</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AI interview — 5-question script</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Log mining for intent</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AI-specific biases to watch</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Research brief — 6 fields</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10   /   LESSON 4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Interviews, logs and the silent majority</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When you ask "Do you like this AI?" users say yes. When you watch logs, they use it once and leave. AI user-research demands a mix of stated and revealed preference — interviews + telemetry + shadow-traffic.
Have you used an AI feature this week that you would NOT recommend to a friend?</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4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Users lie about AI — not intentionally, but consistently.</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10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5 research methods with AI-edge.</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Run an AI-feature interview.</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Mine logs for user intent clusters.</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Recognise AI-specific bias in feedback.</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Research brief for a feature.</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10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5 methods for AI features</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AI interview — 5-question...</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Short, behaviour-anchored</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Log mining for intent</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Free signal hiding in plain sight</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AI-specific biases to watch</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5 methods for AI features</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Key concept of this lesson.</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5 methods for AI features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5 methods for AI features</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AI interview — 5-question script</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Walk me through the last time you used it.
What did you expect it to do?
What did you do when it got it wrong?
Which step would you skip if you could?
When did you stop trusting it?
SCRIPT
5 Qs
Behaviour &gt; opinion.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Walk me through the last time you used it</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What did you expect it to do?</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What did you do when it got it wrong?</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Which step would you skip if you could?</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Log mining for intent</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Cluster prompts by embedding similarity.
Tag top clusters with intent labels.
Map intent → success rate.
Lowest-success cluster = next PRD.
METHOD
Cluster → intent
Telemetry is free research.</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Log mining for intent</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Free signal hiding in plain sight</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AI-specific biases to watch</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Run a 10-minute AI interview</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Interview partner for 10 min.</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bias most distorts your current feedback loop?</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log-cluster would reveal an unasked-for feature?</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Do you trust stated or revealed preference more? Why?</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10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AI novelty bias causes: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Under-rating</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Two weeks of inflated ratings</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effect</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Only abroad</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AI novelty bias causes: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Two weeks of inflated ratings</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Ratings settle after novelty</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Wizard-of-Oz tests: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Model accuracy</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Pre-model demand</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CPU</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Latency</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Wizard-of-Oz tests: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Pre-model demand</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Prove demand before building</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Best signal for intent at scale:</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Interviews</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Log mining</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Surveys</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Offsite</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Best signal for intent at scale:</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Log mining</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Clusters on real prompts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10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A team applies the lesson's main idea to a real workflow — and the results show up within a quarter.</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"Users will tell you what they think they want; logs show what they do."</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5 methods for AI features</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AI interview — 5-question...</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Log mining for intent</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AI-specific biases to watch</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10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Interview + brief</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Interview 1 user for your Week-10 product.</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Write the 1-page research brief.</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Run 10-minute interview.</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Extract 3 behavioural quotes.</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Brief + quotes on LMS.</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"Users will tell you what they think they want; logs show what they do."</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10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10</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5 — Pricing.</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10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