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Finding + keeping a mentor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Pay it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Rejections +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Staying current — 5 cadences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Alumni-only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12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20-year career · mentor ask · pay forward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Alumni networks are the single largest lever for opportunity, emotional support, and mid-career reinvention. Most learners underuse them. This lesson shows how to use V-Align's network from Day 1 of graduation.
Which alumni do you already know by name?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12 weeks built the skill. The next 20 years are the career.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V-Align alumni network.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 30-min / month mentor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Handle rejections + gaps.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Pay-forward loops.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Staying-current cadence.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Finding + keeping a 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Pay it forward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Rejections +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Normalise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Staying current — 5 cadences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Key concept of this lesson.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Finding + keeping a mentor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Finding + keeping a mentor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Pick someone 5-10 years ahead.
"Would you be my 30-min / month mentor for 6 months?"
Come with an agenda; respect time.
Update on wins they caused.
Graduate gracefully after 6 months.
ASK
30 min × 6 mo
Time-boxed + specific.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Finding + keeping a mentor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ask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Pay it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Rejections +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Rejection ≠ identity.
Gap months: publish more, not less.
Alumni is the fastest re-engagement lane.
One coffee a week keeps the network warm.
TRUTH
Gaps happen
Plan for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Rejections + gaps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Normalise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Staying current — 5 cadences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 core idea you'll use throughout this lesson.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Draft the 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Mentor ask length: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Open-ended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30 min / month ×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1 yr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Mentor ask length: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30 min / month × 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Time-boxed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Pay forward: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later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Start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Secretly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Pay forward: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Start 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Now, while fresh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Gap-month rule: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Publish more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 nothing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Panic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Gap-month rule: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Publish more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Visibility survives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First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Message a mentor and an alumni today.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Pick names.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Draft messages.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Send; log responses.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Screenshots on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"A 12-week programme, a 20-year home."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12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Projects &amp; Final Assessment.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12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